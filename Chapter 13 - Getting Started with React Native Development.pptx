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35" r:id="rId3"/>
    <p:sldId id="355" r:id="rId4"/>
    <p:sldId id="334" r:id="rId5"/>
    <p:sldId id="336" r:id="rId6"/>
    <p:sldId id="339" r:id="rId7"/>
    <p:sldId id="338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3" r:id="rId20"/>
    <p:sldId id="354" r:id="rId21"/>
    <p:sldId id="351" r:id="rId22"/>
    <p:sldId id="352" r:id="rId23"/>
    <p:sldId id="3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2025-05-29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4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169544" y="4354842"/>
            <a:ext cx="11852910" cy="1660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13 – Getting Started with React Native Development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F2BC-3F2B-0159-7D32-45D24F30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757B48-630F-2955-BF19-58C0125F5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3D132-66BF-71F3-5357-CE05BB16CD81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2C6096-C567-993A-301B-BD7E2C82D47C}"/>
              </a:ext>
            </a:extLst>
          </p:cNvPr>
          <p:cNvSpPr/>
          <p:nvPr/>
        </p:nvSpPr>
        <p:spPr>
          <a:xfrm>
            <a:off x="-1" y="1221723"/>
            <a:ext cx="7296913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Getting Started with React Native Development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F23B1-1EC7-E573-B11F-92D06EA185C5}"/>
              </a:ext>
            </a:extLst>
          </p:cNvPr>
          <p:cNvSpPr txBox="1"/>
          <p:nvPr/>
        </p:nvSpPr>
        <p:spPr>
          <a:xfrm>
            <a:off x="162306" y="1580696"/>
            <a:ext cx="11852910" cy="295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allows you to build mobile apps using JavaScript/TypeScript and React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lets you create apps for both Android and iOS from a single TypeScript codebase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get started, you set up the environment with Node.js, Java 17, Android Studio, and VS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Using TypeScript improves code safety, scalability, and developer experience while React Native provides native performance for mobile apps</a:t>
            </a:r>
          </a:p>
          <a:p>
            <a:pPr lvl="1"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626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5AE7-B550-296F-1296-5B08C849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082902-B271-C39E-2A7B-32B41BA2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4754D-0E28-D556-1FE4-EC47743010EB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E53FEC-4DEE-0814-8ED7-B432FF797621}"/>
              </a:ext>
            </a:extLst>
          </p:cNvPr>
          <p:cNvSpPr/>
          <p:nvPr/>
        </p:nvSpPr>
        <p:spPr>
          <a:xfrm>
            <a:off x="-1" y="1221723"/>
            <a:ext cx="408736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 and React Native CLI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5D2AE-756B-EECF-DBD6-ABFD08E41D84}"/>
              </a:ext>
            </a:extLst>
          </p:cNvPr>
          <p:cNvSpPr txBox="1"/>
          <p:nvPr/>
        </p:nvSpPr>
        <p:spPr>
          <a:xfrm>
            <a:off x="162306" y="1580696"/>
            <a:ext cx="11852910" cy="544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are tools that help in building React Native apps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Both supports TypeScript for React Native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It is a toolset and platform built on top of React Native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provides an easier and faster way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develop and build React Native applications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with a focus on simplicity,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using pre-configured libraries and tools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fully supports TypeScript for React Native development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 handles TypeScript configuration for you, including installing necessary dependencies and creating a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tsconfig.json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When a new project is created with Expo, TypeScript is automatically configured if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or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files are added to the project</a:t>
            </a:r>
          </a:p>
          <a:p>
            <a:pPr lvl="1"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52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E58D-CC2B-13F5-DB97-8B9453405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EB00CA-D3CA-4B9A-0607-4D837EE0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0FDAE9-2810-9B37-A026-FA6ED97916B2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B3BEEE-2AE7-C70F-66F4-FFE5AE8BA279}"/>
              </a:ext>
            </a:extLst>
          </p:cNvPr>
          <p:cNvSpPr/>
          <p:nvPr/>
        </p:nvSpPr>
        <p:spPr>
          <a:xfrm>
            <a:off x="-1" y="1221723"/>
            <a:ext cx="408736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 and React Native CLI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15075-49E7-4352-6E44-D4813E896603}"/>
              </a:ext>
            </a:extLst>
          </p:cNvPr>
          <p:cNvSpPr txBox="1"/>
          <p:nvPr/>
        </p:nvSpPr>
        <p:spPr>
          <a:xfrm>
            <a:off x="162306" y="1580696"/>
            <a:ext cx="11852910" cy="503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 is a TypeScript file that includes JSX (JavaScript XML) syntax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which is commonly used in React applications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stands for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TypeScript + JSX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allows you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write React components using TypeScript's type safety and JSX's HTML-like syntax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It's similar to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jsx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but specifically designed for TypeScript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is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command-line interface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used for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setting up and managing React Native projects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also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supports TypeScript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for React Native development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gives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developers more control over the configuration, native code, and dependencies, allowing for more customization and flexibility in building apps</a:t>
            </a:r>
          </a:p>
          <a:p>
            <a:pPr lvl="1"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3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DA60-45D1-C8F6-F38F-A399C887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2B0F5-BE21-FD1D-3586-E9F8E8540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67619-AE8A-7ED0-75A9-02065FD36F48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B63D21-00EE-1CEC-4196-11F68CEA869B}"/>
              </a:ext>
            </a:extLst>
          </p:cNvPr>
          <p:cNvSpPr/>
          <p:nvPr/>
        </p:nvSpPr>
        <p:spPr>
          <a:xfrm>
            <a:off x="-1" y="1221723"/>
            <a:ext cx="408736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Expo and React Native CLI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A380D-3B7A-8449-7362-5F559FD0BEC4}"/>
              </a:ext>
            </a:extLst>
          </p:cNvPr>
          <p:cNvSpPr txBox="1"/>
          <p:nvPr/>
        </p:nvSpPr>
        <p:spPr>
          <a:xfrm>
            <a:off x="162306" y="1580696"/>
            <a:ext cx="11852910" cy="2951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allows you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work directly with native code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(Java, Swift, Objective-C, etc.), giving you the flexibility to use custom native modules and make deeper changes to the app's behavior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allows developers to write and modify native code for iOS and Android if required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While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requires more initial setup and configuration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it is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preferred choice for apps that require complex native functionality and more control over the build process</a:t>
            </a:r>
          </a:p>
        </p:txBody>
      </p:sp>
    </p:spTree>
    <p:extLst>
      <p:ext uri="{BB962C8B-B14F-4D97-AF65-F5344CB8AC3E}">
        <p14:creationId xmlns:p14="http://schemas.microsoft.com/office/powerpoint/2010/main" val="692923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DEA6-5A5E-82E1-204C-8D7D6FF3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038B6D-CEED-4AF6-1CEA-39047B8F6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6FADA-C98B-7413-7781-51EE021C0EB0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05EB8-3496-A275-81F6-92EEEF82F9EB}"/>
              </a:ext>
            </a:extLst>
          </p:cNvPr>
          <p:cNvSpPr/>
          <p:nvPr/>
        </p:nvSpPr>
        <p:spPr>
          <a:xfrm>
            <a:off x="-1" y="1221723"/>
            <a:ext cx="865022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New React Native Project Using React Native CLI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3CDD8-C249-A3D0-4CB7-F976C5C75037}"/>
              </a:ext>
            </a:extLst>
          </p:cNvPr>
          <p:cNvSpPr txBox="1"/>
          <p:nvPr/>
        </p:nvSpPr>
        <p:spPr>
          <a:xfrm>
            <a:off x="162306" y="1580696"/>
            <a:ext cx="11852910" cy="5031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create a new React Native CLI project, run the following command: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@react-native-community/cli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init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Bookman Old Style" panose="02050604050505020204" pitchFamily="18" charset="0"/>
              </a:rPr>
              <a:t>MyFirstApp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project ‘MyFirstApp’ with TypeScript configured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out of the box, including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and .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files, and a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tsconfig.json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C9D3B-4882-CF93-8B89-6B6F47A4C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2538434"/>
            <a:ext cx="6693408" cy="32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0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21F63-9530-C70D-2456-F024AF58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9E7958-84B8-020B-D673-E866A4296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AC9219-693B-AE60-F7C0-74A8333DB7D5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47945-4ADE-7F9F-7EC5-B305B17CAA54}"/>
              </a:ext>
            </a:extLst>
          </p:cNvPr>
          <p:cNvSpPr/>
          <p:nvPr/>
        </p:nvSpPr>
        <p:spPr>
          <a:xfrm>
            <a:off x="-1" y="1221723"/>
            <a:ext cx="49103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App Structure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FCFF0-4DD7-43DE-630F-FB8D6C4CCE1E}"/>
              </a:ext>
            </a:extLst>
          </p:cNvPr>
          <p:cNvSpPr txBox="1"/>
          <p:nvPr/>
        </p:nvSpPr>
        <p:spPr>
          <a:xfrm>
            <a:off x="162306" y="1580696"/>
            <a:ext cx="11852910" cy="336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Open the project folder ‘MyFirstApp’ in VS Code to learn about the app structure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2B051A-B0D9-DD30-30AE-1CDC9140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864" y="2203704"/>
            <a:ext cx="4645568" cy="44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05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1BD2-C12A-ED9E-EE8E-87F4F4CC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5FD194-6707-4F64-EB17-89F9266A4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CFF3A-BB95-5472-2BCA-92A8DE9A1D6C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D56256-CE5D-011A-0385-F12E65561615}"/>
              </a:ext>
            </a:extLst>
          </p:cNvPr>
          <p:cNvSpPr/>
          <p:nvPr/>
        </p:nvSpPr>
        <p:spPr>
          <a:xfrm>
            <a:off x="-1" y="1221723"/>
            <a:ext cx="491032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App Structure</a:t>
            </a:r>
            <a:endParaRPr lang="en-CA" sz="2200" dirty="0">
              <a:solidFill>
                <a:srgbClr val="FFFF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0CB033-4ABA-761A-0AC1-481793E7E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181817"/>
              </p:ext>
            </p:extLst>
          </p:nvPr>
        </p:nvGraphicFramePr>
        <p:xfrm>
          <a:off x="805998" y="1855202"/>
          <a:ext cx="10843457" cy="46414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3109">
                  <a:extLst>
                    <a:ext uri="{9D8B030D-6E8A-4147-A177-3AD203B41FA5}">
                      <a16:colId xmlns:a16="http://schemas.microsoft.com/office/drawing/2014/main" val="3483627525"/>
                    </a:ext>
                  </a:extLst>
                </a:gridCol>
                <a:gridCol w="9150348">
                  <a:extLst>
                    <a:ext uri="{9D8B030D-6E8A-4147-A177-3AD203B41FA5}">
                      <a16:colId xmlns:a16="http://schemas.microsoft.com/office/drawing/2014/main" val="3598070297"/>
                    </a:ext>
                  </a:extLst>
                </a:gridCol>
              </a:tblGrid>
              <a:tr h="2107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File/Folder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Description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3610326539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App.tsx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>
                          <a:effectLst/>
                        </a:rPr>
                        <a:t>The root React component. This is the </a:t>
                      </a:r>
                      <a:r>
                        <a:rPr lang="en-CA" sz="1400" b="1" kern="100" dirty="0">
                          <a:effectLst/>
                        </a:rPr>
                        <a:t>entry point of your UI </a:t>
                      </a:r>
                      <a:r>
                        <a:rPr lang="en-CA" sz="1400" kern="100" dirty="0">
                          <a:effectLst/>
                        </a:rPr>
                        <a:t>and where your app's main content lives. Written in TypeScript with JSX support (.</a:t>
                      </a:r>
                      <a:r>
                        <a:rPr lang="en-CA" sz="1400" kern="100" dirty="0" err="1">
                          <a:effectLst/>
                        </a:rPr>
                        <a:t>tsx</a:t>
                      </a:r>
                      <a:r>
                        <a:rPr lang="en-CA" sz="1400" kern="100" dirty="0">
                          <a:effectLst/>
                        </a:rPr>
                        <a:t> file).</a:t>
                      </a:r>
                      <a:endParaRPr lang="en-CA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2552296720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index.js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>
                          <a:effectLst/>
                        </a:rPr>
                        <a:t>The </a:t>
                      </a:r>
                      <a:r>
                        <a:rPr lang="en-CA" sz="1400" b="1" kern="100" dirty="0">
                          <a:effectLst/>
                        </a:rPr>
                        <a:t>real entry point of the app</a:t>
                      </a:r>
                      <a:r>
                        <a:rPr lang="en-CA" sz="1400" kern="100" dirty="0">
                          <a:effectLst/>
                        </a:rPr>
                        <a:t>. It registers the App component with </a:t>
                      </a:r>
                      <a:r>
                        <a:rPr lang="en-CA" sz="1400" kern="100" dirty="0" err="1">
                          <a:effectLst/>
                        </a:rPr>
                        <a:t>AppRegistry</a:t>
                      </a:r>
                      <a:r>
                        <a:rPr lang="en-CA" sz="1400" kern="100" dirty="0">
                          <a:effectLst/>
                        </a:rPr>
                        <a:t> so the native runtime can launch it.</a:t>
                      </a:r>
                      <a:endParaRPr lang="en-CA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3569520228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android/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Native Android project. Used to build and run the app on Android devices or emulators. You can open this in Android Studio if needed.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3321510644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 err="1">
                          <a:effectLst/>
                        </a:rPr>
                        <a:t>ios</a:t>
                      </a:r>
                      <a:r>
                        <a:rPr lang="en-CA" sz="1400" kern="100" dirty="0">
                          <a:effectLst/>
                        </a:rPr>
                        <a:t>/</a:t>
                      </a:r>
                      <a:endParaRPr lang="en-CA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Native iOS project. Used to run the app on iOS devices/simulators (requires macOS and Xcode).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3011002068"/>
                  </a:ext>
                </a:extLst>
              </a:tr>
              <a:tr h="2107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node_modules/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Auto-generated folder containing all your project’s installed dependencies.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648692491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package.json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>
                          <a:effectLst/>
                        </a:rPr>
                        <a:t>Lists all dependencies and scripts. The </a:t>
                      </a:r>
                      <a:r>
                        <a:rPr lang="en-CA" sz="1400" b="1" kern="100" dirty="0">
                          <a:effectLst/>
                        </a:rPr>
                        <a:t>core file for managing packages with </a:t>
                      </a:r>
                      <a:r>
                        <a:rPr lang="en-CA" sz="1400" b="1" kern="100" dirty="0" err="1">
                          <a:effectLst/>
                        </a:rPr>
                        <a:t>npm</a:t>
                      </a:r>
                      <a:r>
                        <a:rPr lang="en-CA" sz="1400" b="1" kern="100" dirty="0">
                          <a:effectLst/>
                        </a:rPr>
                        <a:t> or yarn.</a:t>
                      </a:r>
                      <a:endParaRPr lang="en-CA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2034025950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package-lock.json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Ensures consistent dependency versions across environments when using npm.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459727801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tsconfig.json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b="1" kern="100" dirty="0">
                          <a:effectLst/>
                        </a:rPr>
                        <a:t>TypeScript configuration file</a:t>
                      </a:r>
                      <a:r>
                        <a:rPr lang="en-CA" sz="1400" kern="100" dirty="0">
                          <a:effectLst/>
                        </a:rPr>
                        <a:t>. It tells the TypeScript compiler how to check and compile .</a:t>
                      </a:r>
                      <a:r>
                        <a:rPr lang="en-CA" sz="1400" kern="100" dirty="0" err="1">
                          <a:effectLst/>
                        </a:rPr>
                        <a:t>ts</a:t>
                      </a:r>
                      <a:r>
                        <a:rPr lang="en-CA" sz="1400" kern="100" dirty="0">
                          <a:effectLst/>
                        </a:rPr>
                        <a:t> and .</a:t>
                      </a:r>
                      <a:r>
                        <a:rPr lang="en-CA" sz="1400" kern="100" dirty="0" err="1">
                          <a:effectLst/>
                        </a:rPr>
                        <a:t>tsx</a:t>
                      </a:r>
                      <a:r>
                        <a:rPr lang="en-CA" sz="1400" kern="100" dirty="0">
                          <a:effectLst/>
                        </a:rPr>
                        <a:t> files.</a:t>
                      </a:r>
                      <a:endParaRPr lang="en-CA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1291142904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babel.config.js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>
                          <a:effectLst/>
                        </a:rPr>
                        <a:t>Configuration for Babel – it </a:t>
                      </a:r>
                      <a:r>
                        <a:rPr lang="en-CA" sz="1400" b="1" kern="100" dirty="0">
                          <a:effectLst/>
                        </a:rPr>
                        <a:t>compiles modern JavaScript/TypeScript into code that runs on React Native.</a:t>
                      </a:r>
                      <a:endParaRPr lang="en-CA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1850727380"/>
                  </a:ext>
                </a:extLst>
              </a:tr>
              <a:tr h="2107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>
                          <a:effectLst/>
                        </a:rPr>
                        <a:t>metro.config.js</a:t>
                      </a:r>
                      <a:endParaRPr lang="en-CA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 dirty="0">
                          <a:effectLst/>
                        </a:rPr>
                        <a:t>Configuration for Metro, the </a:t>
                      </a:r>
                      <a:r>
                        <a:rPr lang="en-CA" sz="1400" b="1" kern="100" dirty="0">
                          <a:effectLst/>
                        </a:rPr>
                        <a:t>JavaScript bundler that ships with React Native.</a:t>
                      </a:r>
                      <a:endParaRPr lang="en-CA" sz="14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2645207717"/>
                  </a:ext>
                </a:extLst>
              </a:tr>
              <a:tr h="4132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kern="100">
                          <a:effectLst/>
                        </a:rPr>
                        <a:t>app.json</a:t>
                      </a:r>
                      <a:endParaRPr lang="en-CA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400" b="1" kern="100" dirty="0">
                          <a:effectLst/>
                        </a:rPr>
                        <a:t>Basic configuration like app name, version, and entry file. </a:t>
                      </a:r>
                      <a:r>
                        <a:rPr lang="en-CA" sz="1400" kern="100" dirty="0">
                          <a:effectLst/>
                        </a:rPr>
                        <a:t>Used by bundlers and CLI tools.</a:t>
                      </a:r>
                      <a:endParaRPr lang="en-CA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69" marR="9169" marT="9169" marB="9169" anchor="ctr"/>
                </a:tc>
                <a:extLst>
                  <a:ext uri="{0D108BD9-81ED-4DB2-BD59-A6C34878D82A}">
                    <a16:rowId xmlns:a16="http://schemas.microsoft.com/office/drawing/2014/main" val="318096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38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422E-18D3-E1D9-8A3F-F24E9E77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7DD062-158C-A9A1-FC73-234EF290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809EE7-A5CA-C455-9464-61A2C264C5C1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8984E3-D66A-717E-BB81-EE3F0F64441A}"/>
              </a:ext>
            </a:extLst>
          </p:cNvPr>
          <p:cNvSpPr/>
          <p:nvPr/>
        </p:nvSpPr>
        <p:spPr>
          <a:xfrm>
            <a:off x="-1" y="1221723"/>
            <a:ext cx="6382513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App Structure – index.js</a:t>
            </a:r>
            <a:endParaRPr lang="en-CA" sz="2200" dirty="0">
              <a:solidFill>
                <a:srgbClr val="FFFF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4A3427-5155-CFF1-0670-8BA62E7C9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1" y="1878138"/>
            <a:ext cx="6846239" cy="3888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8492A4-3FD8-5982-4B99-F7C8B49C331F}"/>
              </a:ext>
            </a:extLst>
          </p:cNvPr>
          <p:cNvSpPr txBox="1"/>
          <p:nvPr/>
        </p:nvSpPr>
        <p:spPr>
          <a:xfrm>
            <a:off x="162306" y="5766216"/>
            <a:ext cx="12029694" cy="87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Index.js the launch file that boots your React Native app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It's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like main()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other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418031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E1763-16F5-906A-AF43-10181E24A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6AF62F-C491-EE96-FE26-82B664C67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3F77B-129E-92B8-D793-42E60BE553CC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1FE3AF-CEC2-798E-9AB3-71B4B62D48E6}"/>
              </a:ext>
            </a:extLst>
          </p:cNvPr>
          <p:cNvSpPr/>
          <p:nvPr/>
        </p:nvSpPr>
        <p:spPr>
          <a:xfrm>
            <a:off x="-1" y="1221723"/>
            <a:ext cx="6382513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App Structure – index.js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29FD3-EF6F-0F87-44A1-93311DA4623A}"/>
              </a:ext>
            </a:extLst>
          </p:cNvPr>
          <p:cNvSpPr txBox="1"/>
          <p:nvPr/>
        </p:nvSpPr>
        <p:spPr>
          <a:xfrm>
            <a:off x="81153" y="1672744"/>
            <a:ext cx="12029694" cy="28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AppRegistry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core React Native module that tells the app where to start rendering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App: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Your main component (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Bookman Old Style" panose="02050604050505020204" pitchFamily="18" charset="0"/>
              </a:rPr>
              <a:t>App.tsx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) where your app’s UI and logic live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appName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name of the app (from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app.json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). It must match the native code registration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Register the App: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AppRegistry.registerComponent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(...) connects the native code to your JavaScript app and starts the React Native application</a:t>
            </a:r>
          </a:p>
        </p:txBody>
      </p:sp>
    </p:spTree>
    <p:extLst>
      <p:ext uri="{BB962C8B-B14F-4D97-AF65-F5344CB8AC3E}">
        <p14:creationId xmlns:p14="http://schemas.microsoft.com/office/powerpoint/2010/main" val="284169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F84A-B01D-4E11-5880-774431431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AB3B5A-9A30-0C43-7D6E-C5298F4C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4FD70-2068-9468-2B57-8C9CE0484EE0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D5DC2D-3A59-048F-97DE-09F4BE0A1BA1}"/>
              </a:ext>
            </a:extLst>
          </p:cNvPr>
          <p:cNvSpPr/>
          <p:nvPr/>
        </p:nvSpPr>
        <p:spPr>
          <a:xfrm>
            <a:off x="-1" y="1221723"/>
            <a:ext cx="6382513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 Native CLI App Structure –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372FA-873E-20ED-C912-8F50238FF1C0}"/>
              </a:ext>
            </a:extLst>
          </p:cNvPr>
          <p:cNvSpPr txBox="1"/>
          <p:nvPr/>
        </p:nvSpPr>
        <p:spPr>
          <a:xfrm>
            <a:off x="162306" y="4928616"/>
            <a:ext cx="12029694" cy="188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is 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root React component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is 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entry point of your UI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where your app's main content lives similar to index.html in the web apps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It’s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Written in TypeScript with JSX support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(.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tsx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file)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BBAA5E-0030-F4CC-A63F-1C8F4F5BF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08" y="1756921"/>
            <a:ext cx="6014531" cy="289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7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6075-B4B5-DAD2-C18A-66E2BB43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EF83C-1B0A-8082-01D0-B7F3FBA32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901C1B-4FC6-EC0B-D49D-DD1AF8CD94E8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ACDBE7-2716-F769-5672-F6B07481DF68}"/>
              </a:ext>
            </a:extLst>
          </p:cNvPr>
          <p:cNvSpPr/>
          <p:nvPr/>
        </p:nvSpPr>
        <p:spPr>
          <a:xfrm>
            <a:off x="-1" y="1221723"/>
            <a:ext cx="549554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Key Parts of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in React Native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220C63-49D9-4918-B037-B872E009B2A5}"/>
              </a:ext>
            </a:extLst>
          </p:cNvPr>
          <p:cNvSpPr txBox="1"/>
          <p:nvPr/>
        </p:nvSpPr>
        <p:spPr>
          <a:xfrm>
            <a:off x="162306" y="1764792"/>
            <a:ext cx="12029694" cy="4195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App() function: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main component where your app's UI is built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It returns a tree of React Native components like View, Text,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ScrollView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and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StatusBar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Section component: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reusable component that shows titled sections with custom styles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useColorScheme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Detects if the device is in dark or light mode and changes styles accordingly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&lt;Header /&gt;, &lt;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ReloadInstructions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/&gt;, &lt;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DebugInstructions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/&gt;, and &lt;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LearnMoreLinks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/&gt;: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Pre-built helper components from React Native’s template to guide new developers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Styling with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StyleSheet.create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():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Central place to define consistent styles for components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977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80D8-3D89-4F44-DC72-365B802F8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6A9DCF-83D4-E35F-49A5-6EA000BD0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872152-9671-2FF2-C6AC-01F7F8273746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5BCC4E-EB17-31E4-63A9-4088751C49BA}"/>
              </a:ext>
            </a:extLst>
          </p:cNvPr>
          <p:cNvSpPr/>
          <p:nvPr/>
        </p:nvSpPr>
        <p:spPr>
          <a:xfrm>
            <a:off x="-1" y="1221723"/>
            <a:ext cx="57332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B910C-D7CB-3AB0-093A-ABB6C7568836}"/>
              </a:ext>
            </a:extLst>
          </p:cNvPr>
          <p:cNvSpPr txBox="1"/>
          <p:nvPr/>
        </p:nvSpPr>
        <p:spPr>
          <a:xfrm>
            <a:off x="162306" y="1764792"/>
            <a:ext cx="12029694" cy="6693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run the React Native CLI application on an Android emulator,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launch the Android emulator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that you have already setup from VS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C4A560B-CE08-6C90-936F-35629270A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" y="2593588"/>
            <a:ext cx="11074969" cy="40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20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2E6B9-EB1F-7388-810C-7C5886CF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8B7B83-CF4B-29FE-4055-0434830F8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CD12E-DD6F-DA34-887A-2AC241781869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CE51E0-B4F9-DC5D-6805-FFFAFCAB0943}"/>
              </a:ext>
            </a:extLst>
          </p:cNvPr>
          <p:cNvSpPr/>
          <p:nvPr/>
        </p:nvSpPr>
        <p:spPr>
          <a:xfrm>
            <a:off x="-1" y="1221723"/>
            <a:ext cx="57332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566464-BB3B-6360-0D34-6AD0B5C34775}"/>
              </a:ext>
            </a:extLst>
          </p:cNvPr>
          <p:cNvSpPr txBox="1"/>
          <p:nvPr/>
        </p:nvSpPr>
        <p:spPr>
          <a:xfrm>
            <a:off x="162306" y="1764792"/>
            <a:ext cx="12029694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 emulator is now launched as below: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0E298-4DD0-A168-CD94-2D527A24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17607"/>
            <a:ext cx="9756648" cy="440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29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BB7A-EA6B-CE6D-38CA-775C5BDB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5606A7-DFB7-5F1E-689E-211392BB3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660024-8E8A-26BE-00FE-B1DE6117D1FB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ED603-6EBC-C25A-63DA-7A8820E63ABC}"/>
              </a:ext>
            </a:extLst>
          </p:cNvPr>
          <p:cNvSpPr/>
          <p:nvPr/>
        </p:nvSpPr>
        <p:spPr>
          <a:xfrm>
            <a:off x="-1" y="1221723"/>
            <a:ext cx="5733289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2A20F-65A0-FC94-D7AB-496D77DE0997}"/>
              </a:ext>
            </a:extLst>
          </p:cNvPr>
          <p:cNvSpPr txBox="1"/>
          <p:nvPr/>
        </p:nvSpPr>
        <p:spPr>
          <a:xfrm>
            <a:off x="81153" y="1581912"/>
            <a:ext cx="12029694" cy="4990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Now to run the application on the Android emulator: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Switch to the directory of the project in command prompt or Power Shell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Execute the below command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 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yarn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android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a short while, you will see the development server running on the local host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and the app running on the emulator 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Note: We can stop the development server by pressing Ctrl + 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848264-056E-0B63-5D3A-F928F3F25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21" y="3288864"/>
            <a:ext cx="4376063" cy="8131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3802AF-7FAD-6336-C642-FB585B39E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647" y="2984183"/>
            <a:ext cx="2175168" cy="38738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8A0364-059C-49F3-B6A6-FE17E5047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21" y="4945905"/>
            <a:ext cx="3050183" cy="123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998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3CDD-B693-BDE0-DA81-A86A2915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76CE59-DFE3-1F11-9097-6F49C83C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1C4DA0-5CC9-9778-EDE2-726D8D4CAEFE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54C044-CD2B-E867-6373-36B601058B33}"/>
              </a:ext>
            </a:extLst>
          </p:cNvPr>
          <p:cNvSpPr/>
          <p:nvPr/>
        </p:nvSpPr>
        <p:spPr>
          <a:xfrm>
            <a:off x="-1" y="1221723"/>
            <a:ext cx="662025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Hello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88513-19D4-1EAA-C73F-9609849309C0}"/>
              </a:ext>
            </a:extLst>
          </p:cNvPr>
          <p:cNvSpPr txBox="1"/>
          <p:nvPr/>
        </p:nvSpPr>
        <p:spPr>
          <a:xfrm>
            <a:off x="81153" y="1581912"/>
            <a:ext cx="12029694" cy="4615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Let’s create a new React Native CLI application named ‘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HelloReactNative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AE7F0-7DCA-0080-F9F4-216C601FA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23" y="2891737"/>
            <a:ext cx="5424409" cy="3721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29092-7DA3-3190-339F-FC01D08B9842}"/>
              </a:ext>
            </a:extLst>
          </p:cNvPr>
          <p:cNvSpPr txBox="1"/>
          <p:nvPr/>
        </p:nvSpPr>
        <p:spPr>
          <a:xfrm>
            <a:off x="646938" y="2097574"/>
            <a:ext cx="819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 err="1">
                <a:solidFill>
                  <a:srgbClr val="0070C0"/>
                </a:solidFill>
              </a:rPr>
              <a:t>npx</a:t>
            </a:r>
            <a:r>
              <a:rPr lang="en-CA" b="1" dirty="0"/>
              <a:t> @react-native-community/cli </a:t>
            </a:r>
            <a:r>
              <a:rPr lang="en-CA" b="1" dirty="0" err="1"/>
              <a:t>init</a:t>
            </a:r>
            <a:r>
              <a:rPr lang="en-CA" b="1" dirty="0"/>
              <a:t>  </a:t>
            </a:r>
            <a:r>
              <a:rPr lang="en-CA" b="1" dirty="0" err="1">
                <a:highlight>
                  <a:srgbClr val="FFFF00"/>
                </a:highlight>
              </a:rPr>
              <a:t>HelloReactNative</a:t>
            </a:r>
            <a:endParaRPr lang="en-CA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4481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1CE5-5E36-6CB8-C12C-9303632F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7766C0-6715-2EF2-CB65-A9601F755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2CC49A-0E73-81F4-8BCF-7EAA3363B875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E95ECF-A62B-5CA9-C6EB-208C714A8396}"/>
              </a:ext>
            </a:extLst>
          </p:cNvPr>
          <p:cNvSpPr/>
          <p:nvPr/>
        </p:nvSpPr>
        <p:spPr>
          <a:xfrm>
            <a:off x="-1" y="1221723"/>
            <a:ext cx="662025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Hello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A93E5-21C8-337E-D9BA-2185148DF0DF}"/>
              </a:ext>
            </a:extLst>
          </p:cNvPr>
          <p:cNvSpPr txBox="1"/>
          <p:nvPr/>
        </p:nvSpPr>
        <p:spPr>
          <a:xfrm>
            <a:off x="81153" y="1581912"/>
            <a:ext cx="12029694" cy="170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Open the new project in VS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Replace everything inside the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App.tsx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file with the below code:</a:t>
            </a:r>
          </a:p>
          <a:p>
            <a:pPr lvl="1"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B14CC-3F34-9050-6396-DB0E06CCAB94}"/>
              </a:ext>
            </a:extLst>
          </p:cNvPr>
          <p:cNvSpPr txBox="1"/>
          <p:nvPr/>
        </p:nvSpPr>
        <p:spPr>
          <a:xfrm>
            <a:off x="366141" y="2435543"/>
            <a:ext cx="6254115" cy="4235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React 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View, Text, </a:t>
            </a:r>
            <a:r>
              <a:rPr lang="en-CA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'react-native'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&lt;View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5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CA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styles.container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CA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CA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CA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&lt;Text&gt;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Hello, React Native!</a:t>
            </a:r>
            <a:r>
              <a:rPr lang="en-CA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&lt;/Text&gt;</a:t>
            </a:r>
            <a:endParaRPr lang="en-CA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&lt;/View&gt;</a:t>
            </a:r>
            <a:endParaRPr lang="en-CA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styles = </a:t>
            </a:r>
            <a:r>
              <a:rPr lang="en-CA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StyleSheet.create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container: {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flex: </a:t>
            </a:r>
            <a:r>
              <a:rPr lang="en-CA" sz="15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alignItems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CA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'center'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CA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justifyContent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CA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'center'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800"/>
              </a:lnSpc>
              <a:buNone/>
            </a:pP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800"/>
              </a:lnSpc>
              <a:buNone/>
            </a:pPr>
            <a:b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CA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CA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AA0E33-20C9-7282-16B5-90F1EEB33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3604550"/>
            <a:ext cx="5473543" cy="317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08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A75AF-4872-1F16-F879-6B2AB435F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06C4C-F550-1FDA-5A58-CE1EC8D40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35D9C9-3128-E496-711F-1CC04EBDCBA3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B6159-E186-168A-41E7-8A576A9304B4}"/>
              </a:ext>
            </a:extLst>
          </p:cNvPr>
          <p:cNvSpPr/>
          <p:nvPr/>
        </p:nvSpPr>
        <p:spPr>
          <a:xfrm>
            <a:off x="-1" y="1221723"/>
            <a:ext cx="5678425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E87B2-097E-6D52-93A5-9489F71BC41B}"/>
              </a:ext>
            </a:extLst>
          </p:cNvPr>
          <p:cNvSpPr txBox="1"/>
          <p:nvPr/>
        </p:nvSpPr>
        <p:spPr>
          <a:xfrm>
            <a:off x="81153" y="1581912"/>
            <a:ext cx="12029694" cy="3369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application on the emulator using yarn android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stop the development server, press Ctrl + 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D2618-C798-6FA9-DA0C-5BD0C1A45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12" y="2174647"/>
            <a:ext cx="7849695" cy="1448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4EB6E5-9E24-FAFE-578B-4E8866F14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096" y="2147822"/>
            <a:ext cx="2750047" cy="464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76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A3E41-DB7B-112B-EDD7-6C66A585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7ABD18-8CFC-82DE-3828-9C2310854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56649B-F062-96A3-8658-23CBD012F7C7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B4764-EAD2-98E5-8136-7B76390FA99F}"/>
              </a:ext>
            </a:extLst>
          </p:cNvPr>
          <p:cNvSpPr/>
          <p:nvPr/>
        </p:nvSpPr>
        <p:spPr>
          <a:xfrm>
            <a:off x="0" y="1221723"/>
            <a:ext cx="7488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React Native CLI Application using Metro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7722-EAA7-3998-F36A-CCAEA00105AA}"/>
              </a:ext>
            </a:extLst>
          </p:cNvPr>
          <p:cNvSpPr txBox="1"/>
          <p:nvPr/>
        </p:nvSpPr>
        <p:spPr>
          <a:xfrm>
            <a:off x="81153" y="1581912"/>
            <a:ext cx="12029694" cy="420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can also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a React Native CLI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application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using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Metro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Metro is the JavaScript bundler and development server used by React Native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Metro plays a central role in the development and execution of a React Native CLI app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When you run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react-native start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Metro launches a server on a port (usually 8081)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server is responsible for watching your project files and managing changes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Open a terminal in VS Code and run the command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react-native start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launch the metro server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B7820-0439-258D-2D65-7F363B243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438" y="4088977"/>
            <a:ext cx="6044729" cy="263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97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4796-C163-7799-B905-D0E04C72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B9BB12-8FD2-B0C9-2FBD-2F008A51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EFCF3F-6C19-162C-AA88-25F3194A37F7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45A222-94A3-2DC1-9950-05FDCA41641E}"/>
              </a:ext>
            </a:extLst>
          </p:cNvPr>
          <p:cNvSpPr/>
          <p:nvPr/>
        </p:nvSpPr>
        <p:spPr>
          <a:xfrm>
            <a:off x="0" y="1221723"/>
            <a:ext cx="748839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Run the React Native CLI Application using Metro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789DA-0EAB-18F0-4351-4056DDF073CD}"/>
              </a:ext>
            </a:extLst>
          </p:cNvPr>
          <p:cNvSpPr txBox="1"/>
          <p:nvPr/>
        </p:nvSpPr>
        <p:spPr>
          <a:xfrm>
            <a:off x="81153" y="1581912"/>
            <a:ext cx="12029694" cy="253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Then, in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new terminal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run the below command: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 </a:t>
            </a:r>
            <a:r>
              <a:rPr lang="en-US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npx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react-native run-android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app will be now run on the Android device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1F1C3C-5083-AD9A-C761-757358373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578" y="4120171"/>
            <a:ext cx="1976078" cy="2720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1F00EA-F6C6-87C5-F0E5-89E93A9C3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62" y="2474319"/>
            <a:ext cx="7078481" cy="119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59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9894-9AB9-C9A8-5055-A551FCECF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F91576-E352-596D-C5C0-CF5033F4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96093-3440-D421-FB43-F66B892F4732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2CC96B-7360-355D-0D5E-D5D0DB783000}"/>
              </a:ext>
            </a:extLst>
          </p:cNvPr>
          <p:cNvSpPr/>
          <p:nvPr/>
        </p:nvSpPr>
        <p:spPr>
          <a:xfrm>
            <a:off x="-1" y="1221723"/>
            <a:ext cx="662025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Hello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167EF-6913-B289-8D83-41A7C26A2A15}"/>
              </a:ext>
            </a:extLst>
          </p:cNvPr>
          <p:cNvSpPr txBox="1"/>
          <p:nvPr/>
        </p:nvSpPr>
        <p:spPr>
          <a:xfrm>
            <a:off x="81153" y="1581912"/>
            <a:ext cx="12029694" cy="419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creates a simple React Native application that shows the text “Hello, React Native!” centered on the screen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No extra helper components (Header, Section, etc.)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Minimal styling and clean structure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Brings in necessary components from React and React Native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functional component that returns a 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&lt;View&gt;: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container that fills the screen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&lt;Text&gt;: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Displays a message inside the 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StyleSheet.create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Defines basic styles to center the content</a:t>
            </a:r>
          </a:p>
        </p:txBody>
      </p:sp>
    </p:spTree>
    <p:extLst>
      <p:ext uri="{BB962C8B-B14F-4D97-AF65-F5344CB8AC3E}">
        <p14:creationId xmlns:p14="http://schemas.microsoft.com/office/powerpoint/2010/main" val="3116776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25CB1-8F89-DC28-FBF2-BC7110E5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7EA19D-7EE0-8224-A9F8-9722A5DDE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E9449-A10A-4FE6-7082-2815A063C729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A59838-1E38-7593-FB9B-DAE85CF609EF}"/>
              </a:ext>
            </a:extLst>
          </p:cNvPr>
          <p:cNvSpPr/>
          <p:nvPr/>
        </p:nvSpPr>
        <p:spPr>
          <a:xfrm>
            <a:off x="-1" y="1221723"/>
            <a:ext cx="662025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Hello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F2730-E349-BF4C-EE1A-C11782ADC6C1}"/>
              </a:ext>
            </a:extLst>
          </p:cNvPr>
          <p:cNvSpPr txBox="1"/>
          <p:nvPr/>
        </p:nvSpPr>
        <p:spPr>
          <a:xfrm>
            <a:off x="81153" y="1581912"/>
            <a:ext cx="12029694" cy="327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Styling: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StyleSheet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defines how the elements on the screen look and are positioned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container style: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flex: 1: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Fills the full screen.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alignItems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'center':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Centers content horizontally.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justifyContent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'center':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Centers content vertically.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787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57B0A-40ED-002D-1BCA-48784729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CDAAC4-4330-924B-CDF1-7FA9743E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B704F-C6BF-BA9F-6FF2-F3A16D77CCF9}"/>
              </a:ext>
            </a:extLst>
          </p:cNvPr>
          <p:cNvSpPr txBox="1"/>
          <p:nvPr/>
        </p:nvSpPr>
        <p:spPr>
          <a:xfrm>
            <a:off x="162306" y="244655"/>
            <a:ext cx="732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Bookman Old Style" panose="02050604050505020204" pitchFamily="18" charset="0"/>
              </a:rPr>
              <a:t>Getting Started with React Native Development</a:t>
            </a:r>
            <a:endParaRPr lang="en-CA" sz="24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55B95B-3CFE-9377-C22A-2F3EB07D8169}"/>
              </a:ext>
            </a:extLst>
          </p:cNvPr>
          <p:cNvSpPr/>
          <p:nvPr/>
        </p:nvSpPr>
        <p:spPr>
          <a:xfrm>
            <a:off x="-1" y="1221723"/>
            <a:ext cx="6620257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Hello React Native CLI Application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F65E6-4FFB-9FE9-E9FC-49F79C24907B}"/>
              </a:ext>
            </a:extLst>
          </p:cNvPr>
          <p:cNvSpPr txBox="1"/>
          <p:nvPr/>
        </p:nvSpPr>
        <p:spPr>
          <a:xfrm>
            <a:off x="81153" y="1581912"/>
            <a:ext cx="12029694" cy="511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Styling: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flex: 1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Expands the container to fill the available space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alignItems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'center':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Centers children horizontally (cross axis)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justifyContent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'center':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Centers children vertically (main axis)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default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flexDirection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is 'column', the main axis is vertical, and the cross axis is horizontal. So,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justifyContent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'center' centers the content vertically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alignItems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'center' centers the content horizontally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combination effectively centers the child components both vertically and horizontally within the container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5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57111</TotalTime>
  <Words>1800</Words>
  <Application>Microsoft Office PowerPoint</Application>
  <PresentationFormat>Widescreen</PresentationFormat>
  <Paragraphs>222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Bookman Old Style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Plathanath Mathew</cp:lastModifiedBy>
  <cp:revision>849</cp:revision>
  <dcterms:created xsi:type="dcterms:W3CDTF">2025-02-20T19:22:06Z</dcterms:created>
  <dcterms:modified xsi:type="dcterms:W3CDTF">2025-05-29T12:56:37Z</dcterms:modified>
</cp:coreProperties>
</file>