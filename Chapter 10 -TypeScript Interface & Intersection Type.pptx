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 To TypeScript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169544" y="4354842"/>
            <a:ext cx="11852910" cy="1834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10 - TypeScript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Interface &amp; Intersection Type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DDB2-6941-5898-CB84-DA1F6A9D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C9E9-0CED-B41D-EF13-97A904DD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86F42-C7F9-12E4-8E3E-8AB25EFF7226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5F433-E049-1A57-7748-6A3355396CE3}"/>
              </a:ext>
            </a:extLst>
          </p:cNvPr>
          <p:cNvSpPr/>
          <p:nvPr/>
        </p:nvSpPr>
        <p:spPr>
          <a:xfrm>
            <a:off x="-1" y="1221723"/>
            <a:ext cx="3200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Interface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BA649-BD4B-BC5F-A8FD-62CED41DED3E}"/>
              </a:ext>
            </a:extLst>
          </p:cNvPr>
          <p:cNvSpPr txBox="1"/>
          <p:nvPr/>
        </p:nvSpPr>
        <p:spPr>
          <a:xfrm>
            <a:off x="162306" y="1672744"/>
            <a:ext cx="11852910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TypeScript, an interface is a way to define the structure of an object by specifying its property names and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ensures that any object using the interface follows a specific contract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‘interface’ keyword in TypeScript is used to define the structure of an object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Interfaces enforce contracts in your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them to define expected object shapes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They improve code readability and help avoid runtime errors by catching issues at compile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A0C1-BA85-B576-FED4-143DCFA85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290E31-134C-91A6-D1AF-3AFA5107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852EC5-FC62-84F9-9672-F4C6C4778E7E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A1791-E7BC-2592-0123-97C35E0944F9}"/>
              </a:ext>
            </a:extLst>
          </p:cNvPr>
          <p:cNvSpPr/>
          <p:nvPr/>
        </p:nvSpPr>
        <p:spPr>
          <a:xfrm>
            <a:off x="-1" y="1221723"/>
            <a:ext cx="3200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Interface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B2E0A7-5D64-EC3B-5537-E6523D706857}"/>
              </a:ext>
            </a:extLst>
          </p:cNvPr>
          <p:cNvSpPr txBox="1"/>
          <p:nvPr/>
        </p:nvSpPr>
        <p:spPr>
          <a:xfrm>
            <a:off x="162306" y="1672744"/>
            <a:ext cx="11852910" cy="137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Consider an interface ‘Vehicle’ defined with the properties brand, model, and year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92D36-FEB0-3A03-C13F-2B792769F91A}"/>
              </a:ext>
            </a:extLst>
          </p:cNvPr>
          <p:cNvSpPr txBox="1"/>
          <p:nvPr/>
        </p:nvSpPr>
        <p:spPr>
          <a:xfrm>
            <a:off x="356616" y="2249796"/>
            <a:ext cx="1134770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make: string;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model: string;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year: number;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displayVehicle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vehicle: Vehicle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vehicle.year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vehicle.make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vehicle.model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 =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make: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"Toyota"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model: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"Corolla"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year: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2021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800"/>
              </a:lnSpc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displayVehicle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(car); </a:t>
            </a:r>
            <a:r>
              <a:rPr lang="en-CA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// Output: 2021 Toyota Corolla</a:t>
            </a:r>
          </a:p>
        </p:txBody>
      </p:sp>
    </p:spTree>
    <p:extLst>
      <p:ext uri="{BB962C8B-B14F-4D97-AF65-F5344CB8AC3E}">
        <p14:creationId xmlns:p14="http://schemas.microsoft.com/office/powerpoint/2010/main" val="400212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4D90-4E73-E014-957E-5FDA5ECA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49FF5E-F594-9AB9-C693-14D1BCA8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3A631D-C0CE-E4E5-7739-50EDAF26247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B3E4B-EFD8-02B8-EC93-89BA9C866F32}"/>
              </a:ext>
            </a:extLst>
          </p:cNvPr>
          <p:cNvSpPr/>
          <p:nvPr/>
        </p:nvSpPr>
        <p:spPr>
          <a:xfrm>
            <a:off x="-1" y="1221723"/>
            <a:ext cx="3200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Interface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7676D-156F-6503-0DE4-644F1D395680}"/>
              </a:ext>
            </a:extLst>
          </p:cNvPr>
          <p:cNvSpPr txBox="1"/>
          <p:nvPr/>
        </p:nvSpPr>
        <p:spPr>
          <a:xfrm>
            <a:off x="162306" y="1672744"/>
            <a:ext cx="11852910" cy="420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interface Vehicle defines a contract that any object of type Vehicle must follow. It must have: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make (like "Toyota"),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model (like "Corolla"),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a year (like 2021), all with the correct data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displayVehicle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(vehicle: Vehicle) is a function that accepts any object conforming to the Vehicle interface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formats and prints the vehicle’s details.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car is an object with all the required fields, so it satisfies the Vehicle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When we pass car into 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displayVehicle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 function, TypeScript ensures that the object meets the interface definition, providing both type safety and code clarity</a:t>
            </a:r>
          </a:p>
        </p:txBody>
      </p:sp>
    </p:spTree>
    <p:extLst>
      <p:ext uri="{BB962C8B-B14F-4D97-AF65-F5344CB8AC3E}">
        <p14:creationId xmlns:p14="http://schemas.microsoft.com/office/powerpoint/2010/main" val="415660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8EB3-B4C2-6AD9-9A32-111D2EE6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3D0D0D-B57C-9AAF-1CAB-5BF379440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058FEB-4B6C-41F2-A96C-E29C707CBE33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9554D-86E9-A07D-5789-3127D32344F6}"/>
              </a:ext>
            </a:extLst>
          </p:cNvPr>
          <p:cNvSpPr/>
          <p:nvPr/>
        </p:nvSpPr>
        <p:spPr>
          <a:xfrm>
            <a:off x="-1" y="1221723"/>
            <a:ext cx="27980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Intersection Type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FE4C2D-F1AB-14E6-68E0-23B78A8FE572}"/>
              </a:ext>
            </a:extLst>
          </p:cNvPr>
          <p:cNvSpPr txBox="1"/>
          <p:nvPr/>
        </p:nvSpPr>
        <p:spPr>
          <a:xfrm>
            <a:off x="162306" y="1672744"/>
            <a:ext cx="11852910" cy="295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Intersection types allow you to combine multiple types into 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resulting type must satisfy all the included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&amp; operator is used to define an intersection type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Syntax: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NewType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TypeA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TypeB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NewType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will have all the properties from both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and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TypeB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10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79E1-0C0F-38F9-60D6-80145259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ED91A-E770-DD63-1100-CB6801975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66A9EF-CCB2-C0DE-AAF8-E58D507AF49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C21F95-F4BC-2E97-B47D-FED97B64483F}"/>
              </a:ext>
            </a:extLst>
          </p:cNvPr>
          <p:cNvSpPr/>
          <p:nvPr/>
        </p:nvSpPr>
        <p:spPr>
          <a:xfrm>
            <a:off x="-1" y="1221723"/>
            <a:ext cx="27980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Intersection Type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126FAA-704A-3025-F915-AEAAA8D51206}"/>
              </a:ext>
            </a:extLst>
          </p:cNvPr>
          <p:cNvSpPr txBox="1"/>
          <p:nvPr/>
        </p:nvSpPr>
        <p:spPr>
          <a:xfrm>
            <a:off x="176784" y="1563383"/>
            <a:ext cx="11852910" cy="170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Suppose you're building a university app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Some staff members are both teachers and researchers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want to represent them as a combined type called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FacultyMember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C64D5-FD55-0E58-B529-2254A834936D}"/>
              </a:ext>
            </a:extLst>
          </p:cNvPr>
          <p:cNvSpPr txBox="1"/>
          <p:nvPr/>
        </p:nvSpPr>
        <p:spPr>
          <a:xfrm>
            <a:off x="176784" y="2846174"/>
            <a:ext cx="94937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Define individual roles:</a:t>
            </a:r>
          </a:p>
          <a:p>
            <a:pPr>
              <a:lnSpc>
                <a:spcPts val="1800"/>
              </a:lnSpc>
              <a:buNone/>
            </a:pPr>
            <a:endParaRPr lang="en-US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Teacher =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subject: string;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teach(): void;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8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Researcher =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researchArea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conductResearch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void;</a:t>
            </a:r>
          </a:p>
          <a:p>
            <a:pPr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800"/>
              </a:lnSpc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Combine Them with Intersection Type:</a:t>
            </a:r>
          </a:p>
          <a:p>
            <a:pPr>
              <a:lnSpc>
                <a:spcPts val="1800"/>
              </a:lnSpc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FacultyMember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Teacher </a:t>
            </a:r>
            <a:r>
              <a:rPr lang="en-CA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Researcher;</a:t>
            </a:r>
          </a:p>
          <a:p>
            <a:pPr>
              <a:lnSpc>
                <a:spcPts val="1800"/>
              </a:lnSpc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90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9953-A838-E7CB-935A-BF2701C6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092603-CE07-6B15-49FD-AA4DFA760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C4EEC9-D88D-E3FC-0357-3CBDDDD05C71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E62D87-4FED-7F4F-19FB-823F92007DE3}"/>
              </a:ext>
            </a:extLst>
          </p:cNvPr>
          <p:cNvSpPr/>
          <p:nvPr/>
        </p:nvSpPr>
        <p:spPr>
          <a:xfrm>
            <a:off x="-1" y="1221723"/>
            <a:ext cx="27980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Intersection Type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7C19F9-3F31-D4BE-C145-A335352E3866}"/>
              </a:ext>
            </a:extLst>
          </p:cNvPr>
          <p:cNvSpPr txBox="1"/>
          <p:nvPr/>
        </p:nvSpPr>
        <p:spPr>
          <a:xfrm>
            <a:off x="169545" y="1563383"/>
            <a:ext cx="1185291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faculty member</a:t>
            </a:r>
          </a:p>
          <a:p>
            <a:pPr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profJohn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FacultyMember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subject: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"Physics"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researchArea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"Quantum Mechanics"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teach() {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`Teaching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.subject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conductResearch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`Researching in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.researchArea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// Output</a:t>
            </a:r>
          </a:p>
          <a:p>
            <a:pPr>
              <a:buNone/>
            </a:pP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profJohn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.teach();</a:t>
            </a:r>
          </a:p>
          <a:p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profJohn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conductResearch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E3FC2-6565-FF2C-8FD8-F0BE08DB41A5}"/>
              </a:ext>
            </a:extLst>
          </p:cNvPr>
          <p:cNvSpPr txBox="1"/>
          <p:nvPr/>
        </p:nvSpPr>
        <p:spPr>
          <a:xfrm>
            <a:off x="78105" y="5491547"/>
            <a:ext cx="10044303" cy="1291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FacultyMember</a:t>
            </a:r>
            <a:r>
              <a:rPr lang="en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must now include everything from both Teacher and Researcher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profJohn</a:t>
            </a:r>
            <a:r>
              <a:rPr lang="en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teaches courses and conducts research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a great way to build multi-role objects while maintaining strict type safety</a:t>
            </a:r>
          </a:p>
        </p:txBody>
      </p:sp>
    </p:spTree>
    <p:extLst>
      <p:ext uri="{BB962C8B-B14F-4D97-AF65-F5344CB8AC3E}">
        <p14:creationId xmlns:p14="http://schemas.microsoft.com/office/powerpoint/2010/main" val="383418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55000</TotalTime>
  <Words>553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Bookman Old Style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 Mathew</cp:lastModifiedBy>
  <cp:revision>767</cp:revision>
  <dcterms:created xsi:type="dcterms:W3CDTF">2025-02-20T19:22:06Z</dcterms:created>
  <dcterms:modified xsi:type="dcterms:W3CDTF">2025-04-26T06:08:22Z</dcterms:modified>
</cp:coreProperties>
</file>