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321" r:id="rId3"/>
    <p:sldId id="322" r:id="rId4"/>
    <p:sldId id="323" r:id="rId5"/>
    <p:sldId id="324" r:id="rId6"/>
    <p:sldId id="325" r:id="rId7"/>
    <p:sldId id="326" r:id="rId8"/>
    <p:sldId id="32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2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78479-941D-4A62-9E39-5A64F4ECB896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BD9AF-AE78-435B-BDB7-7959223117C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5600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5352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B04EA-79FD-0170-3DF9-33D175040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5DED5-5C4C-0F3E-5262-622740745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8F1856-9E8A-8BB2-BC13-76466473F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5E138-F0A8-FB33-4944-4721F0D72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1916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1C531-5DA3-CA2E-FDE9-423D5E7D2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69867-0EE4-F46D-A420-AFB3464CC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71B31-2BF9-5E4A-4D2D-80D4CA617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A066D-F2E4-536D-647C-4CD9490E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C2941-F117-DCB5-B980-3163C1913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2513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F5FB4-B696-3AD5-980F-7579F1E2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4C012-0C7C-F445-841D-D071FE865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13A14-8140-C0CA-521C-7F88074EA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B5C35-35E1-D1A7-6EF4-5BB1A86E6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95859-1A6F-E30F-C996-2A1C4C03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4121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94E5-E431-9270-4F7F-4C129C02D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AA0AB-DDD7-14C7-0334-706EFE329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93A53-3323-52F7-416A-B76D87F2E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4D244-5A8F-8F9B-3FAF-4A4356356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5B4A6-D07D-C7DF-98F0-567512C3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8191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389E2-1090-B294-42BF-8FDD2FA2E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A956D-647F-B00F-A95C-133B0A03B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18419-7CBA-972A-FBB5-F0128B43D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4012-5F5C-1DA6-0544-BA9467EBD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5126D-BB2D-0610-0F0E-DBCDE1D58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47C6A-64F2-355B-A1A2-979859AE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4255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33B65-D86D-817C-C30B-EAB139F3B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DBCB5-128C-5588-68B3-16924561C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E041F-FBDD-0B66-7110-C640885F7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D69943-3E18-1A2C-BA39-5187A14314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736C1-E465-F3DC-66EA-13FC2F8D5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4C5BA-C432-C266-5F43-E8EFCF843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761B18-8DAB-8E5C-2910-BEDB174FB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D96C07-9C4A-5762-3268-B66AC76D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343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F076-C11E-1A79-45A4-FDD4933C4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B0088C-46DF-3E79-33D9-41ED0CCB7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D5FD7-6F7F-4F4D-6267-81BAB4484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B0193-289E-7816-8710-D7ED27ED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162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1913A-8787-A1DF-04EE-45ECA336E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6EE3E-91E9-42B6-AC8E-2C1FA1DF6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5E219-A388-0D10-B8CF-12DD0F4C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3996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F54CD-BEB8-B785-9B61-6F1C93632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D01BA-190D-F0A1-2AC0-C18B1C8B0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D6B88-030E-B3A8-9401-F5795883B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1D7C7-B80D-1116-4045-03C0DE994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ED88A-9B8F-CEC0-3906-9D83D93B1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6B21F-0C4D-EA06-3CA7-6C291B212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2941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822D4-85E8-3420-AA55-3B69BD0D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B90BCF-A676-EEEC-2F4A-01AA0A8AB1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99D43C-5C17-5EE9-CD0B-065D0213F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899D4-20D4-0001-A420-FB3EA8CC1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32237-479A-D1E9-E512-B01A3424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02209-632A-39F3-5CF5-E0AC1DF63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854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6728-B6B5-0441-636E-088BA8454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BBDCC-9B35-4FAB-E7FA-6041C34D2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99C2E-8E9C-BFAA-263A-F2BC4A2CC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99F91-28A5-9A44-5423-C4D2ABAD0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8EEBB-5BED-884B-64D1-529B9DC49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1509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0E35CB-34BE-0A02-972C-361EADC9E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DA809-A71E-8438-C492-6411E7E45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D1EC1-7F6A-41D8-53F5-9462EAC94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48E6-B4C7-CA70-5A09-90B6A0843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24F59-C009-8E60-AB62-CCA8610A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550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0F1B85-09E1-1EBD-F407-DF611541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ADCE8-1B00-82ED-0DBA-FDD05DA47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DDB2F-3779-C5CE-1272-869B5D1762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152EC-494E-A05B-6D9E-5A9D2DF5F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87490-54F8-2973-AFB0-E1DDC69BF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655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92C99E-B598-9BB6-9EB7-61E61B9C4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5204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13A407-28A4-4989-473D-53FE733E9671}"/>
              </a:ext>
            </a:extLst>
          </p:cNvPr>
          <p:cNvSpPr txBox="1"/>
          <p:nvPr/>
        </p:nvSpPr>
        <p:spPr>
          <a:xfrm>
            <a:off x="1612490" y="1375499"/>
            <a:ext cx="89670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Understanding the Core Structure of a React Native CLI App</a:t>
            </a:r>
            <a:endParaRPr lang="en-CA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54A542-43C2-74E9-2B44-F5386755BEF4}"/>
              </a:ext>
            </a:extLst>
          </p:cNvPr>
          <p:cNvSpPr txBox="1"/>
          <p:nvPr/>
        </p:nvSpPr>
        <p:spPr>
          <a:xfrm>
            <a:off x="169544" y="4312253"/>
            <a:ext cx="11852910" cy="583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Chapter 14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- Understanding the Core Structure of a React Native CLI App</a:t>
            </a:r>
          </a:p>
        </p:txBody>
      </p:sp>
    </p:spTree>
    <p:extLst>
      <p:ext uri="{BB962C8B-B14F-4D97-AF65-F5344CB8AC3E}">
        <p14:creationId xmlns:p14="http://schemas.microsoft.com/office/powerpoint/2010/main" val="4244075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9DDB2-6941-5898-CB84-DA1F6A9D3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0AC9E9-0CED-B41D-EF13-97A904DDF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A86F42-C7F9-12E4-8E3E-8AB25EFF7226}"/>
              </a:ext>
            </a:extLst>
          </p:cNvPr>
          <p:cNvSpPr txBox="1"/>
          <p:nvPr/>
        </p:nvSpPr>
        <p:spPr>
          <a:xfrm>
            <a:off x="162306" y="244655"/>
            <a:ext cx="9978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Understanding the Core Structure of a React Native CLI App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45F433-E049-1A57-7748-6A3355396CE3}"/>
              </a:ext>
            </a:extLst>
          </p:cNvPr>
          <p:cNvSpPr/>
          <p:nvPr/>
        </p:nvSpPr>
        <p:spPr>
          <a:xfrm>
            <a:off x="-2" y="1221723"/>
            <a:ext cx="628192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Core Structure of a React Native CLI App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3BA649-BD4B-BC5F-A8FD-62CED41DED3E}"/>
              </a:ext>
            </a:extLst>
          </p:cNvPr>
          <p:cNvSpPr txBox="1"/>
          <p:nvPr/>
        </p:nvSpPr>
        <p:spPr>
          <a:xfrm>
            <a:off x="162306" y="1672744"/>
            <a:ext cx="11852910" cy="2348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We have already set up React Native for mobile application development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We learned that React Native depends on Node.js and several supporting packages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We also discovered that a helper tool like </a:t>
            </a:r>
            <a:r>
              <a:rPr lang="en-US" sz="20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npx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@react-native-community/cli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init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can be used to quickly scaffold a new project and begin development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628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DF982-F4F0-6642-83CC-C673888D7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E8214E-F585-C62C-2A02-C31EE4700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81E4AC-65BE-DD68-78BA-4BFEF945F771}"/>
              </a:ext>
            </a:extLst>
          </p:cNvPr>
          <p:cNvSpPr txBox="1"/>
          <p:nvPr/>
        </p:nvSpPr>
        <p:spPr>
          <a:xfrm>
            <a:off x="162306" y="244655"/>
            <a:ext cx="9768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Understanding the Core Structure of a React Native CLI App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C98441-DB3B-8EB7-2162-49BEA9A8F482}"/>
              </a:ext>
            </a:extLst>
          </p:cNvPr>
          <p:cNvSpPr/>
          <p:nvPr/>
        </p:nvSpPr>
        <p:spPr>
          <a:xfrm>
            <a:off x="-2" y="1221723"/>
            <a:ext cx="628192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Core Structure of a React Native CLI App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D21D77-45FA-0AC8-6D23-EA3952E9F4DA}"/>
              </a:ext>
            </a:extLst>
          </p:cNvPr>
          <p:cNvSpPr txBox="1"/>
          <p:nvPr/>
        </p:nvSpPr>
        <p:spPr>
          <a:xfrm>
            <a:off x="162306" y="1672744"/>
            <a:ext cx="11852910" cy="295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Every React Native CLI application has the below folder structure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main files we focus on are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index.js and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App.tsx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, where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index.js serves as the entry point of the application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project includes a large set of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node_modules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, which are essential packages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that support the design and execution of the app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also contains platform-specific folders: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android/ and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ios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/, which hold the native code needed to run the app on Android and iOS devices respectively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8611C1-AAAD-CECD-9087-8460580CD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4676454"/>
            <a:ext cx="2852928" cy="211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626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0D3C-D6CC-AB7A-CAD3-7BC218FFC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607392-4FFD-AE93-5615-0E64BA143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A0FB4D-20C6-9EDB-F84F-9710E774CE70}"/>
              </a:ext>
            </a:extLst>
          </p:cNvPr>
          <p:cNvSpPr txBox="1"/>
          <p:nvPr/>
        </p:nvSpPr>
        <p:spPr>
          <a:xfrm>
            <a:off x="162306" y="244655"/>
            <a:ext cx="9786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Understanding the Core Structure of a React Native CLI App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ACBCEB-791F-657A-1025-2190172E5790}"/>
              </a:ext>
            </a:extLst>
          </p:cNvPr>
          <p:cNvSpPr/>
          <p:nvPr/>
        </p:nvSpPr>
        <p:spPr>
          <a:xfrm>
            <a:off x="-2" y="1221723"/>
            <a:ext cx="628192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Core Structure of a React Native CLI App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174037-B325-A1FE-94B3-263320DAE117}"/>
              </a:ext>
            </a:extLst>
          </p:cNvPr>
          <p:cNvSpPr txBox="1"/>
          <p:nvPr/>
        </p:nvSpPr>
        <p:spPr>
          <a:xfrm>
            <a:off x="162306" y="1672744"/>
            <a:ext cx="11852910" cy="3733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1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.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index.js – Entry Point of the App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Acts as the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starting point for your app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Registers the root component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(in our case, App (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App.tsx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)) with the app name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lvl="1"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This tells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 Native to launch the App component when the app starts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FB82C4-CAFC-5AE4-128B-9319AE96196A}"/>
              </a:ext>
            </a:extLst>
          </p:cNvPr>
          <p:cNvSpPr txBox="1"/>
          <p:nvPr/>
        </p:nvSpPr>
        <p:spPr>
          <a:xfrm>
            <a:off x="646938" y="3256431"/>
            <a:ext cx="9301734" cy="1248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AppRegistry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'react-native'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'./App'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{name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appName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</a:t>
            </a:r>
            <a:r>
              <a:rPr lang="en-CA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app.json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</a:pPr>
            <a:b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AppRegistry.registerComponent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appName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()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App);</a:t>
            </a:r>
          </a:p>
        </p:txBody>
      </p:sp>
    </p:spTree>
    <p:extLst>
      <p:ext uri="{BB962C8B-B14F-4D97-AF65-F5344CB8AC3E}">
        <p14:creationId xmlns:p14="http://schemas.microsoft.com/office/powerpoint/2010/main" val="308529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3F454-D7C2-763F-85CF-5F5F82044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EB17D6-1039-2411-D787-8DAD8E1F2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D79FC9-D4ED-7E88-EA4D-4FEF07F9341D}"/>
              </a:ext>
            </a:extLst>
          </p:cNvPr>
          <p:cNvSpPr txBox="1"/>
          <p:nvPr/>
        </p:nvSpPr>
        <p:spPr>
          <a:xfrm>
            <a:off x="162306" y="244655"/>
            <a:ext cx="9850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Understanding the Core Structure of a React Native CLI App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AF49D3-3239-1426-17CC-53E6836765B3}"/>
              </a:ext>
            </a:extLst>
          </p:cNvPr>
          <p:cNvSpPr/>
          <p:nvPr/>
        </p:nvSpPr>
        <p:spPr>
          <a:xfrm>
            <a:off x="-2" y="1221723"/>
            <a:ext cx="628192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Core Structure of a React Native CLI App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7D9C03-0C2D-8775-1E8B-F114EEC97F7D}"/>
              </a:ext>
            </a:extLst>
          </p:cNvPr>
          <p:cNvSpPr txBox="1"/>
          <p:nvPr/>
        </p:nvSpPr>
        <p:spPr>
          <a:xfrm>
            <a:off x="162306" y="1672744"/>
            <a:ext cx="11852910" cy="3733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2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.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App.tsx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– Root Component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main UI component of your app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This is where your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app's logic and design begin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Displays a simple message centered on the screen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A0C404-9A75-6AC4-BB5F-C0F6C61B6591}"/>
              </a:ext>
            </a:extLst>
          </p:cNvPr>
          <p:cNvSpPr txBox="1"/>
          <p:nvPr/>
        </p:nvSpPr>
        <p:spPr>
          <a:xfrm>
            <a:off x="646938" y="3177591"/>
            <a:ext cx="8113014" cy="1709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 = ()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&lt;View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styles.container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CA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&lt;Text&gt;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Hello, React Native!</a:t>
            </a:r>
            <a:r>
              <a:rPr lang="en-CA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&lt;/Text&gt;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&lt;/View&gt;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054228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09EC0-EF43-D24C-F683-58D803735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65DBD2-3BB2-C8EC-004B-99DD03A02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86D529-5474-C4ED-CC7D-19FE6ECBEF90}"/>
              </a:ext>
            </a:extLst>
          </p:cNvPr>
          <p:cNvSpPr txBox="1"/>
          <p:nvPr/>
        </p:nvSpPr>
        <p:spPr>
          <a:xfrm>
            <a:off x="162306" y="244655"/>
            <a:ext cx="9987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Understanding the Core Structure of a React Native CLI App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24DD29-90D8-ED2B-0C86-ABB73BFB1882}"/>
              </a:ext>
            </a:extLst>
          </p:cNvPr>
          <p:cNvSpPr/>
          <p:nvPr/>
        </p:nvSpPr>
        <p:spPr>
          <a:xfrm>
            <a:off x="-2" y="1221723"/>
            <a:ext cx="628192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Core Structure of a React Native CLI App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3521F6-D946-51DC-FFBC-B0AA4B6866C7}"/>
              </a:ext>
            </a:extLst>
          </p:cNvPr>
          <p:cNvSpPr txBox="1"/>
          <p:nvPr/>
        </p:nvSpPr>
        <p:spPr>
          <a:xfrm>
            <a:off x="0" y="1582096"/>
            <a:ext cx="12408408" cy="503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3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.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node_modules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/ – Dependencies Folder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Contains all the installed JavaScript packages your app needs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Automatically created when you create a React Native CLI application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This includes react, react-native, and any other packages your project uses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Consider the below line of code in your application: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	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{View, Text,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'react-native’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We didn't create View or Text components ourselves - so where do they come from?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They are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part of the react-native library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, which is one of the many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dependencies stored inside the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node_modules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folder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node_modules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is like a toolbox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contains all the libraries and tools your app depends on (e.g., react, react-native, babel, metro, etc.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Without it, your code wouldn’t know how to render UI or run in development mode</a:t>
            </a:r>
          </a:p>
        </p:txBody>
      </p:sp>
    </p:spTree>
    <p:extLst>
      <p:ext uri="{BB962C8B-B14F-4D97-AF65-F5344CB8AC3E}">
        <p14:creationId xmlns:p14="http://schemas.microsoft.com/office/powerpoint/2010/main" val="44615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DE536-534F-4E4E-8AE2-B9A9676FA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1B0D7E-3A46-8978-CC6B-846D6A448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CFE306-CE6A-7DB1-8B1E-FB6B8960F57B}"/>
              </a:ext>
            </a:extLst>
          </p:cNvPr>
          <p:cNvSpPr txBox="1"/>
          <p:nvPr/>
        </p:nvSpPr>
        <p:spPr>
          <a:xfrm>
            <a:off x="162306" y="244655"/>
            <a:ext cx="9429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Understanding the Core Structure of a React Native CLI App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D9BC3D-547D-CD33-3753-E16E3482E247}"/>
              </a:ext>
            </a:extLst>
          </p:cNvPr>
          <p:cNvSpPr/>
          <p:nvPr/>
        </p:nvSpPr>
        <p:spPr>
          <a:xfrm>
            <a:off x="-2" y="1221723"/>
            <a:ext cx="628192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Core Structure of a React Native CLI App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192B96-F092-031D-6283-471EC64123B9}"/>
              </a:ext>
            </a:extLst>
          </p:cNvPr>
          <p:cNvSpPr txBox="1"/>
          <p:nvPr/>
        </p:nvSpPr>
        <p:spPr>
          <a:xfrm>
            <a:off x="0" y="1582096"/>
            <a:ext cx="12408408" cy="429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4. </a:t>
            </a:r>
            <a:r>
              <a:rPr lang="fr-F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android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/ – Native Android Code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Holds the native code and configuration for building your app on Android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Uses Gradle to compile and build .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apk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files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You would run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npx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react-native run-android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or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yarn android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 build the app for Android</a:t>
            </a:r>
          </a:p>
          <a:p>
            <a:pPr>
              <a:lnSpc>
                <a:spcPct val="150000"/>
              </a:lnSpc>
            </a:pP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5. </a:t>
            </a:r>
            <a:r>
              <a:rPr lang="pt-B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ios</a:t>
            </a: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/ – </a:t>
            </a:r>
            <a:r>
              <a:rPr lang="pt-B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Native</a:t>
            </a: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iOS </a:t>
            </a:r>
            <a:r>
              <a:rPr lang="pt-B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Code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Contains Xcode project files and configuration for iOS builds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Used to build .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ipa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files for Apple devices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You’d open the project in Xcode or use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npx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react-native run-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ios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 build for iOS (macOS only)</a:t>
            </a:r>
          </a:p>
          <a:p>
            <a:pPr lvl="1"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558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35C2B-7850-BD5E-4EE1-AD2BA654E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49F62A-1EAE-7416-EB17-AD1250B64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079E61-8B85-ABEC-7C6A-43C1BF123465}"/>
              </a:ext>
            </a:extLst>
          </p:cNvPr>
          <p:cNvSpPr txBox="1"/>
          <p:nvPr/>
        </p:nvSpPr>
        <p:spPr>
          <a:xfrm>
            <a:off x="162306" y="244655"/>
            <a:ext cx="9813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Understanding the Core Structure of a React Native CLI App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72CE09-3B1D-A369-4BF2-8794D1FD35F2}"/>
              </a:ext>
            </a:extLst>
          </p:cNvPr>
          <p:cNvSpPr/>
          <p:nvPr/>
        </p:nvSpPr>
        <p:spPr>
          <a:xfrm>
            <a:off x="-2" y="1221723"/>
            <a:ext cx="628192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Core Structure of a React Native CLI App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B24838-B4FF-6621-3BCF-BCD1DC578DFE}"/>
              </a:ext>
            </a:extLst>
          </p:cNvPr>
          <p:cNvSpPr txBox="1"/>
          <p:nvPr/>
        </p:nvSpPr>
        <p:spPr>
          <a:xfrm>
            <a:off x="0" y="1582096"/>
            <a:ext cx="12408408" cy="378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6</a:t>
            </a:r>
            <a:r>
              <a:rPr lang="pt-BR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. </a:t>
            </a:r>
            <a:r>
              <a:rPr lang="en-CA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tsconfig.json</a:t>
            </a:r>
            <a:endParaRPr lang="en-CA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tsconfig.json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file is a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configuration file used to define how TypeScript should compile your code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 your React Native CLI project (which uses TypeScript),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tsconfig.json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: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Tells the compiler which files to include (include)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Defines where to find types and modules (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compilerOptions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)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Sets the output behavior and strictness rules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680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55959</TotalTime>
  <Words>751</Words>
  <Application>Microsoft Office PowerPoint</Application>
  <PresentationFormat>Widescreen</PresentationFormat>
  <Paragraphs>77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Bookman Old Style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Plathanath Mathew</dc:creator>
  <cp:lastModifiedBy>Thomas Plathanath Mathew</cp:lastModifiedBy>
  <cp:revision>803</cp:revision>
  <dcterms:created xsi:type="dcterms:W3CDTF">2025-02-20T19:22:06Z</dcterms:created>
  <dcterms:modified xsi:type="dcterms:W3CDTF">2025-05-29T13:11:08Z</dcterms:modified>
</cp:coreProperties>
</file>