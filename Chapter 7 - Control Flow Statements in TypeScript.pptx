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21" r:id="rId3"/>
    <p:sldId id="323" r:id="rId4"/>
    <p:sldId id="322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 To TypeScript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169544" y="4354842"/>
            <a:ext cx="11852910" cy="1834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7 - Control Flow Statements in TypeScript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DDB2-6941-5898-CB84-DA1F6A9D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AC9E9-0CED-B41D-EF13-97A904DDF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86F42-C7F9-12E4-8E3E-8AB25EFF7226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5F433-E049-1A57-7748-6A3355396CE3}"/>
              </a:ext>
            </a:extLst>
          </p:cNvPr>
          <p:cNvSpPr/>
          <p:nvPr/>
        </p:nvSpPr>
        <p:spPr>
          <a:xfrm>
            <a:off x="-1" y="1221723"/>
            <a:ext cx="384962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Control Flow Statements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BA649-BD4B-BC5F-A8FD-62CED41DED3E}"/>
              </a:ext>
            </a:extLst>
          </p:cNvPr>
          <p:cNvSpPr txBox="1"/>
          <p:nvPr/>
        </p:nvSpPr>
        <p:spPr>
          <a:xfrm>
            <a:off x="162306" y="1672744"/>
            <a:ext cx="11852910" cy="511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Control flow statements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determine how the code executes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especially which parts run and under what conditions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These statements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allow your program to make decisions, repeat tasks, and branch logic based on conditions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supports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all standard control flow statements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found in JavaScript,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but with type safety enhancements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BF94-BA66-2FE2-66B2-F262B9654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7D012-5146-F633-A5FA-B84ADB3D9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41BC16-D0CA-5645-6B63-D09DB1710AD2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E98242-144D-86AC-E462-895A07380503}"/>
              </a:ext>
            </a:extLst>
          </p:cNvPr>
          <p:cNvSpPr/>
          <p:nvPr/>
        </p:nvSpPr>
        <p:spPr>
          <a:xfrm>
            <a:off x="0" y="1221723"/>
            <a:ext cx="388619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‘if’ statement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3AADB4-D327-30D5-71C8-BD77702ACAFA}"/>
              </a:ext>
            </a:extLst>
          </p:cNvPr>
          <p:cNvSpPr txBox="1"/>
          <p:nvPr/>
        </p:nvSpPr>
        <p:spPr>
          <a:xfrm>
            <a:off x="162306" y="1672744"/>
            <a:ext cx="11852910" cy="188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statement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used to run a block of code only when a certain condition is true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82806-256A-5B20-1746-2C0FEF3F8835}"/>
              </a:ext>
            </a:extLst>
          </p:cNvPr>
          <p:cNvSpPr txBox="1"/>
          <p:nvPr/>
        </p:nvSpPr>
        <p:spPr>
          <a:xfrm>
            <a:off x="564642" y="2242964"/>
            <a:ext cx="6140196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(condition)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code to run if the condition is true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95677B-F7F8-8629-AD70-C5686813AD9D}"/>
              </a:ext>
            </a:extLst>
          </p:cNvPr>
          <p:cNvSpPr txBox="1"/>
          <p:nvPr/>
        </p:nvSpPr>
        <p:spPr>
          <a:xfrm>
            <a:off x="281178" y="5432866"/>
            <a:ext cx="11910822" cy="142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checks if the age is greater than or equal to 18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it is, the message "You can vote" is printed to the console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it's not, nothing happens (unless you add an else block)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94143-E3F9-21ED-CCC3-876DC27A0262}"/>
              </a:ext>
            </a:extLst>
          </p:cNvPr>
          <p:cNvSpPr txBox="1"/>
          <p:nvPr/>
        </p:nvSpPr>
        <p:spPr>
          <a:xfrm>
            <a:off x="176784" y="2833500"/>
            <a:ext cx="10661904" cy="142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condition: </a:t>
            </a: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 expression that returns a </a:t>
            </a:r>
            <a:r>
              <a:rPr lang="en-CA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boolean</a:t>
            </a: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(true or false)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the condition is true, the code inside the block runs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Let’s say you want to check if a person is old enough to vote in an election: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11B4E7-94BD-2A41-6B71-D5D4EE3FB8F0}"/>
              </a:ext>
            </a:extLst>
          </p:cNvPr>
          <p:cNvSpPr txBox="1"/>
          <p:nvPr/>
        </p:nvSpPr>
        <p:spPr>
          <a:xfrm>
            <a:off x="564642" y="4255798"/>
            <a:ext cx="8396478" cy="1248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age: number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(age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 can vote"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4523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0120-926F-4013-45BF-4210A514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074CC3-E7F0-D663-271E-211898B64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5E0A36-CE32-D4EE-4764-B3420160B7C2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230FFD-B645-6EC2-49E4-B35D50EE13A0}"/>
              </a:ext>
            </a:extLst>
          </p:cNvPr>
          <p:cNvSpPr/>
          <p:nvPr/>
        </p:nvSpPr>
        <p:spPr>
          <a:xfrm>
            <a:off x="0" y="1221723"/>
            <a:ext cx="487375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‘if…else’ statement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643E67-DF4A-1F1F-D7D5-127C57DD4457}"/>
              </a:ext>
            </a:extLst>
          </p:cNvPr>
          <p:cNvSpPr txBox="1"/>
          <p:nvPr/>
        </p:nvSpPr>
        <p:spPr>
          <a:xfrm>
            <a:off x="162306" y="1672744"/>
            <a:ext cx="11852910" cy="3733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if...else statement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 is used to execute one block of code if a condition is true and another block if the condition is false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(condition)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Code to run if condition is 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Code to run if condition is false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}</a:t>
            </a:r>
          </a:p>
          <a:p>
            <a:pPr>
              <a:lnSpc>
                <a:spcPts val="1800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the condition is true, the code inside the first block runs</a:t>
            </a: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it's false, the code inside the else block runs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DBB021-FB4B-C35E-EDB2-2719D161C0B4}"/>
              </a:ext>
            </a:extLst>
          </p:cNvPr>
          <p:cNvSpPr txBox="1"/>
          <p:nvPr/>
        </p:nvSpPr>
        <p:spPr>
          <a:xfrm>
            <a:off x="426339" y="5003143"/>
            <a:ext cx="889482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isRaining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isRaining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"Take an umbrella!"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"Enjoy the sunshine!"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860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02B9-0466-CB50-4D80-EDE6D2547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2BD8E-9AEA-1287-5CD0-E01D0424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448F8A-0E46-212E-9121-11BF60C08203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A99F81-D081-8566-3305-711169E62797}"/>
              </a:ext>
            </a:extLst>
          </p:cNvPr>
          <p:cNvSpPr/>
          <p:nvPr/>
        </p:nvSpPr>
        <p:spPr>
          <a:xfrm>
            <a:off x="0" y="1221723"/>
            <a:ext cx="5175504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Ternary Operator ?: in TypeScript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A5B699-482E-5F9A-E6A0-A8D0A2B5CD76}"/>
              </a:ext>
            </a:extLst>
          </p:cNvPr>
          <p:cNvSpPr txBox="1"/>
          <p:nvPr/>
        </p:nvSpPr>
        <p:spPr>
          <a:xfrm>
            <a:off x="162306" y="1672744"/>
            <a:ext cx="11852910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ternary operator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a shorthand way of writing an if...else statement in a single line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It's ideal for simple conditions where you want to assign a value or execute expressions based on a condition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ternary operator evaluates a condition and returns one of two expressions based on whether the condition is true or false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the condition is true, it returns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expressionIfTrue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the condition is false, it returns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expressionIfFalse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7FC30-449E-57B6-10B3-1CA629478ACB}"/>
              </a:ext>
            </a:extLst>
          </p:cNvPr>
          <p:cNvSpPr txBox="1"/>
          <p:nvPr/>
        </p:nvSpPr>
        <p:spPr>
          <a:xfrm>
            <a:off x="473202" y="3151167"/>
            <a:ext cx="9018270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CA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expressionIfTrue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expressionIfFalse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72982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E3BC-E5B3-E45C-E1E5-EEA37ABA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DC4620-2D53-BE13-1D0A-74BDF9112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A280E-9E63-5917-A611-5FDA874EB38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5E20B8-B58B-EB79-3DD9-A70A48B60086}"/>
              </a:ext>
            </a:extLst>
          </p:cNvPr>
          <p:cNvSpPr/>
          <p:nvPr/>
        </p:nvSpPr>
        <p:spPr>
          <a:xfrm>
            <a:off x="0" y="1221723"/>
            <a:ext cx="5175504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Ternary Operator ?: in TypeScript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76B3C4-6CD1-EB62-4B18-8FDED7A56225}"/>
              </a:ext>
            </a:extLst>
          </p:cNvPr>
          <p:cNvSpPr txBox="1"/>
          <p:nvPr/>
        </p:nvSpPr>
        <p:spPr>
          <a:xfrm>
            <a:off x="498729" y="1797187"/>
            <a:ext cx="11852910" cy="142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max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counter &lt; max ? counter++ : counter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console.log(counter);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3CA07-91B4-C4DC-0221-C659983BE407}"/>
              </a:ext>
            </a:extLst>
          </p:cNvPr>
          <p:cNvSpPr txBox="1"/>
          <p:nvPr/>
        </p:nvSpPr>
        <p:spPr>
          <a:xfrm>
            <a:off x="168020" y="2740586"/>
            <a:ext cx="11783187" cy="188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counter is less than max, then counter++ is executed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Otherwise, counter is reset to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the above case, since counter is 100 and max is also 100, the condition counter &lt; max is false, so the code sets counter = 1</a:t>
            </a:r>
            <a:endParaRPr lang="en-CA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66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2A284-5F31-D5A2-63A4-7C7287C0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9CC4DE-2958-9D84-4755-302EF627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C126F-E3B3-F67A-8FBD-26AAE5704C0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D8A438-CDE3-89F4-A399-4E7A44E5EB26}"/>
              </a:ext>
            </a:extLst>
          </p:cNvPr>
          <p:cNvSpPr/>
          <p:nvPr/>
        </p:nvSpPr>
        <p:spPr>
          <a:xfrm>
            <a:off x="0" y="1221723"/>
            <a:ext cx="4032504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if...else if...else Statement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00596-3999-7EF4-0244-7FBA019F091F}"/>
              </a:ext>
            </a:extLst>
          </p:cNvPr>
          <p:cNvSpPr txBox="1"/>
          <p:nvPr/>
        </p:nvSpPr>
        <p:spPr>
          <a:xfrm>
            <a:off x="0" y="1692589"/>
            <a:ext cx="11783187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this when you have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multiple conditions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check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age &gt;= 18 - All movies allowed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age &gt;= 13 → PG-13 movies allowed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Else, Only G-rated content is allowed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E1F53-52B5-632C-8530-AA1249FCEC8A}"/>
              </a:ext>
            </a:extLst>
          </p:cNvPr>
          <p:cNvSpPr txBox="1"/>
          <p:nvPr/>
        </p:nvSpPr>
        <p:spPr>
          <a:xfrm>
            <a:off x="356616" y="2301422"/>
            <a:ext cx="10232136" cy="263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age: number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(age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 can watch any movie."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(age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 can watch PG-13 movies."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 can only watch G-rated movies."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708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71D7-8D11-06D8-B7CD-4D9004D3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8F9DAD-EA74-64CE-8651-BA6F6553C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388F21-67C7-9FDA-2B3D-986C0C856D2A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7EA4D-21EA-98EB-D0C3-E77A90C25CCE}"/>
              </a:ext>
            </a:extLst>
          </p:cNvPr>
          <p:cNvSpPr/>
          <p:nvPr/>
        </p:nvSpPr>
        <p:spPr>
          <a:xfrm>
            <a:off x="0" y="1222422"/>
            <a:ext cx="446227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switch Statement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765DD-0E25-BA2F-04BB-2F4CBAC2AEF8}"/>
              </a:ext>
            </a:extLst>
          </p:cNvPr>
          <p:cNvSpPr txBox="1"/>
          <p:nvPr/>
        </p:nvSpPr>
        <p:spPr>
          <a:xfrm>
            <a:off x="0" y="1692589"/>
            <a:ext cx="11783187" cy="96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switch statement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 is used to perform different actions based on different values of a variable or expression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B1150-D7C8-6E02-6134-351A1318BFB4}"/>
              </a:ext>
            </a:extLst>
          </p:cNvPr>
          <p:cNvSpPr txBox="1"/>
          <p:nvPr/>
        </p:nvSpPr>
        <p:spPr>
          <a:xfrm>
            <a:off x="356616" y="2684439"/>
            <a:ext cx="7683246" cy="3556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day:number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(day)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"Monday"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"Tuesday"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"Wednesday"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"Another day"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E0F0CD-C0F8-53E3-CA85-B8B74BFA4549}"/>
              </a:ext>
            </a:extLst>
          </p:cNvPr>
          <p:cNvSpPr txBox="1"/>
          <p:nvPr/>
        </p:nvSpPr>
        <p:spPr>
          <a:xfrm>
            <a:off x="144018" y="6211669"/>
            <a:ext cx="116913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this example, since day is 3, it matches case 3 and prints "Wednesday"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default case runs if no match is found</a:t>
            </a:r>
          </a:p>
        </p:txBody>
      </p:sp>
    </p:spTree>
    <p:extLst>
      <p:ext uri="{BB962C8B-B14F-4D97-AF65-F5344CB8AC3E}">
        <p14:creationId xmlns:p14="http://schemas.microsoft.com/office/powerpoint/2010/main" val="12407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E480D-00AE-80BB-89A7-510DACEC6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11D48D-D6B5-A11D-CAB0-B1D7CA2D3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15CC08-F43C-EB44-B42A-DEDDDBCDCE50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480E5-8A54-201C-23AC-02598C573CF3}"/>
              </a:ext>
            </a:extLst>
          </p:cNvPr>
          <p:cNvSpPr/>
          <p:nvPr/>
        </p:nvSpPr>
        <p:spPr>
          <a:xfrm>
            <a:off x="0" y="1222422"/>
            <a:ext cx="4636008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Grouping in switch Statement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01D60-730F-C84E-D88D-2944A9F64DBF}"/>
              </a:ext>
            </a:extLst>
          </p:cNvPr>
          <p:cNvSpPr txBox="1"/>
          <p:nvPr/>
        </p:nvSpPr>
        <p:spPr>
          <a:xfrm>
            <a:off x="0" y="1597156"/>
            <a:ext cx="12192000" cy="188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Grouping in a switch statement means combining multiple case labels that share the same block of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Instead of writing separate code for each case, you list multiple case values one after another, without a break in between, and write a single block of code that runs for all of them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E4F00-28D1-3C77-E02B-4AFA798D9FB4}"/>
              </a:ext>
            </a:extLst>
          </p:cNvPr>
          <p:cNvSpPr txBox="1"/>
          <p:nvPr/>
        </p:nvSpPr>
        <p:spPr>
          <a:xfrm>
            <a:off x="356616" y="3534013"/>
            <a:ext cx="828675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day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(day)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"It's a weekday"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"It's the weekend"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1047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1856E-786C-55AA-D94E-74E89CA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0CD6CB-8F93-7B30-6F61-6BD2CF24A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E41491-0D76-F444-C532-F19F5ED8012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912D0D-301A-04AE-895E-BBBF199ADE57}"/>
              </a:ext>
            </a:extLst>
          </p:cNvPr>
          <p:cNvSpPr/>
          <p:nvPr/>
        </p:nvSpPr>
        <p:spPr>
          <a:xfrm>
            <a:off x="0" y="1222422"/>
            <a:ext cx="329184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‘for’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74A19-299D-A2A5-939D-18BDCBCA041E}"/>
              </a:ext>
            </a:extLst>
          </p:cNvPr>
          <p:cNvSpPr txBox="1"/>
          <p:nvPr/>
        </p:nvSpPr>
        <p:spPr>
          <a:xfrm>
            <a:off x="0" y="1597156"/>
            <a:ext cx="12192000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for loop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in TypeScript is used when you want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repeat a block of code a specific number of times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Initialization: This expression runs once before the loop starts, usually to set up a loop counter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Condition: Checked at the end of every loop cycle; if it's true, the loop body runs again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Update: It’s an expression that runs after each loop iteration, typically to change the loop counter before the next 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01750-38B4-3B12-1426-F0340471390A}"/>
              </a:ext>
            </a:extLst>
          </p:cNvPr>
          <p:cNvSpPr txBox="1"/>
          <p:nvPr/>
        </p:nvSpPr>
        <p:spPr>
          <a:xfrm>
            <a:off x="356616" y="2698140"/>
            <a:ext cx="7443216" cy="101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(initialization; condition; update)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code to run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240373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4286-B4CA-B3A1-6D7B-C38E8DE3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170E79-17F9-EDD8-9766-001910D9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74AA26-B3F2-36BE-DE6F-538D4EEB7878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7145D9-46EA-5BFC-B5A6-467771E971BD}"/>
              </a:ext>
            </a:extLst>
          </p:cNvPr>
          <p:cNvSpPr/>
          <p:nvPr/>
        </p:nvSpPr>
        <p:spPr>
          <a:xfrm>
            <a:off x="0" y="1222422"/>
            <a:ext cx="329184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‘for’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04E9A-220A-4659-CD01-6FCE59AC501F}"/>
              </a:ext>
            </a:extLst>
          </p:cNvPr>
          <p:cNvSpPr txBox="1"/>
          <p:nvPr/>
        </p:nvSpPr>
        <p:spPr>
          <a:xfrm>
            <a:off x="0" y="1597156"/>
            <a:ext cx="12192000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for loop in TypeScript is used when you want to repeat a block of code a specific number of times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Initialization: This expression runs once before the loop starts, usually to set up a loop counter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Condition: Checked at the end of every loop cycle; if it's true, the loop body runs again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Update: It’s an expression that runs after each loop iteration, typically to change the loop counter before the next 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05660-D9ED-9F3B-F363-5090A2F5F55D}"/>
              </a:ext>
            </a:extLst>
          </p:cNvPr>
          <p:cNvSpPr txBox="1"/>
          <p:nvPr/>
        </p:nvSpPr>
        <p:spPr>
          <a:xfrm>
            <a:off x="356616" y="2698140"/>
            <a:ext cx="7443216" cy="101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(initialization; condition; update)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code to run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65129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A5D17-B8AB-F296-B87B-F6155C4A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F07672-41BA-3213-A70E-D60B9D9D9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168FE7-1907-4E7D-99AB-E65B9781E52A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A9C88-6C97-EE57-D0DD-32FA2C1E9FC6}"/>
              </a:ext>
            </a:extLst>
          </p:cNvPr>
          <p:cNvSpPr/>
          <p:nvPr/>
        </p:nvSpPr>
        <p:spPr>
          <a:xfrm>
            <a:off x="0" y="1222422"/>
            <a:ext cx="329184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‘for’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2DADB-07E1-87F3-86AD-8B605CEED8D9}"/>
              </a:ext>
            </a:extLst>
          </p:cNvPr>
          <p:cNvSpPr txBox="1"/>
          <p:nvPr/>
        </p:nvSpPr>
        <p:spPr>
          <a:xfrm>
            <a:off x="0" y="1597156"/>
            <a:ext cx="12192000" cy="2732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Example: Sending a message to 3 users (Use case: Sending notifications to multiple users) </a:t>
            </a:r>
          </a:p>
          <a:p>
            <a:pPr lvl="1">
              <a:lnSpc>
                <a:spcPct val="150000"/>
              </a:lnSpc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users:string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[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lvl="1">
              <a:lnSpc>
                <a:spcPct val="150000"/>
              </a:lnSpc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users.length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 lvl="1">
              <a:lnSpc>
                <a:spcPct val="1500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`Hello,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users[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500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</a:pPr>
            <a:b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Example: Summing first 10 numbers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(Use case: Calculating total sales or points)</a:t>
            </a:r>
            <a:endParaRPr lang="en-CA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ts val="1800"/>
              </a:lnSpc>
            </a:pP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FA0C7-9533-5DBD-A773-739517008C28}"/>
              </a:ext>
            </a:extLst>
          </p:cNvPr>
          <p:cNvSpPr txBox="1"/>
          <p:nvPr/>
        </p:nvSpPr>
        <p:spPr>
          <a:xfrm>
            <a:off x="356616" y="4120517"/>
            <a:ext cx="8577072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 &lt;= </a:t>
            </a:r>
            <a:r>
              <a:rPr lang="nn-NO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i++) {</a:t>
            </a:r>
          </a:p>
          <a:p>
            <a:pPr>
              <a:lnSpc>
                <a:spcPts val="1800"/>
              </a:lnSpc>
              <a:buNone/>
            </a:pP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sum += i;</a:t>
            </a:r>
          </a:p>
          <a:p>
            <a:pPr>
              <a:lnSpc>
                <a:spcPts val="1800"/>
              </a:lnSpc>
              <a:buNone/>
            </a:pP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nn-NO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"Total:"</a:t>
            </a:r>
            <a:r>
              <a:rPr lang="nn-NO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sum);</a:t>
            </a:r>
          </a:p>
          <a:p>
            <a:pPr>
              <a:lnSpc>
                <a:spcPts val="1800"/>
              </a:lnSpc>
            </a:pPr>
            <a:br>
              <a:rPr lang="nn-NO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nn-NO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E326A-A68D-CC45-B73B-9DA0024CD7A4}"/>
              </a:ext>
            </a:extLst>
          </p:cNvPr>
          <p:cNvSpPr txBox="1"/>
          <p:nvPr/>
        </p:nvSpPr>
        <p:spPr>
          <a:xfrm>
            <a:off x="112014" y="5385138"/>
            <a:ext cx="96354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a for loop when: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know how many times the loop should run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You're working with arrays or counters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want clean, repeatable logic</a:t>
            </a:r>
          </a:p>
        </p:txBody>
      </p:sp>
    </p:spTree>
    <p:extLst>
      <p:ext uri="{BB962C8B-B14F-4D97-AF65-F5344CB8AC3E}">
        <p14:creationId xmlns:p14="http://schemas.microsoft.com/office/powerpoint/2010/main" val="3322487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BD1E-CD9C-BF9E-4C29-F14A21E1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01CED1-FB2D-346C-1C51-915AA1202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0E219D-AA0E-DB3E-22E0-B68E62638CBB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4338F1-2FAC-D02A-82DE-5476AAA478AD}"/>
              </a:ext>
            </a:extLst>
          </p:cNvPr>
          <p:cNvSpPr/>
          <p:nvPr/>
        </p:nvSpPr>
        <p:spPr>
          <a:xfrm>
            <a:off x="0" y="1222422"/>
            <a:ext cx="488289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‘break’ Statement in a ‘for’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00500-FA37-9BE4-B4F1-A3B48489C0FA}"/>
              </a:ext>
            </a:extLst>
          </p:cNvPr>
          <p:cNvSpPr txBox="1"/>
          <p:nvPr/>
        </p:nvSpPr>
        <p:spPr>
          <a:xfrm>
            <a:off x="0" y="1597156"/>
            <a:ext cx="12192000" cy="171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a for loop, 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break statement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used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exit the loop early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when a specific condition is met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Let's say you're searching for a user's name in a list, once you find it, you stop searching</a:t>
            </a:r>
          </a:p>
          <a:p>
            <a:pPr>
              <a:lnSpc>
                <a:spcPts val="1800"/>
              </a:lnSpc>
            </a:pP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76F51-E334-764A-E597-B921C37B92CF}"/>
              </a:ext>
            </a:extLst>
          </p:cNvPr>
          <p:cNvSpPr txBox="1"/>
          <p:nvPr/>
        </p:nvSpPr>
        <p:spPr>
          <a:xfrm>
            <a:off x="676656" y="3163982"/>
            <a:ext cx="10680192" cy="2171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users: string[] = [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"David"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"Eve"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targetUser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 =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b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users.length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(users[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===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targetUser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`Hello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targetUser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b="0" dirty="0">
                <a:effectLst/>
                <a:latin typeface="Consolas" panose="020B0609020204030204" pitchFamily="49" charset="0"/>
              </a:rPr>
              <a:t>// stop searching once we find the user</a:t>
            </a:r>
          </a:p>
          <a:p>
            <a:pPr>
              <a:lnSpc>
                <a:spcPts val="18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219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3058-3364-E5A1-88C5-E7ED557DB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79EF93-9B01-3194-5E9E-9E7A2552C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A4D4B6-54F3-4FE8-5F3B-F7C29D5891CA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0FBE09-98E7-9E3C-87CA-0A4F9FCC0638}"/>
              </a:ext>
            </a:extLst>
          </p:cNvPr>
          <p:cNvSpPr/>
          <p:nvPr/>
        </p:nvSpPr>
        <p:spPr>
          <a:xfrm>
            <a:off x="0" y="1222422"/>
            <a:ext cx="356616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‘while’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1263A-E4D7-7EEB-3692-D9751419177F}"/>
              </a:ext>
            </a:extLst>
          </p:cNvPr>
          <p:cNvSpPr txBox="1"/>
          <p:nvPr/>
        </p:nvSpPr>
        <p:spPr>
          <a:xfrm>
            <a:off x="0" y="1597156"/>
            <a:ext cx="12192000" cy="4024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while loop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runs a block of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code as long as the condition is true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It's great when you don't know in advance how many times to loop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keeps executing the code block as long as the condition is true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checks the condition before each iteration, so if the condition is false at the start, the code block won't run at all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ts val="1800"/>
              </a:lnSpc>
            </a:pP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6D6DD-7714-A9C1-E47B-27ACC860087A}"/>
              </a:ext>
            </a:extLst>
          </p:cNvPr>
          <p:cNvSpPr txBox="1"/>
          <p:nvPr/>
        </p:nvSpPr>
        <p:spPr>
          <a:xfrm>
            <a:off x="356616" y="2574446"/>
            <a:ext cx="7653528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(condition) {</a:t>
            </a:r>
          </a:p>
          <a:p>
            <a:pPr>
              <a:lnSpc>
                <a:spcPts val="1800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code block to be executed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278698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AFC0-C766-34F8-DD06-E40F30AF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8700A9-EABB-8A50-134B-5447A5997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EFF6DE-04D1-A672-7C9F-A949660247CC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93B8C4-1E71-7053-AB68-B4043B9B55B5}"/>
              </a:ext>
            </a:extLst>
          </p:cNvPr>
          <p:cNvSpPr/>
          <p:nvPr/>
        </p:nvSpPr>
        <p:spPr>
          <a:xfrm>
            <a:off x="0" y="1222422"/>
            <a:ext cx="356616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‘while’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EB0A0-F8C8-145E-8CCB-257182D5A429}"/>
              </a:ext>
            </a:extLst>
          </p:cNvPr>
          <p:cNvSpPr txBox="1"/>
          <p:nvPr/>
        </p:nvSpPr>
        <p:spPr>
          <a:xfrm>
            <a:off x="0" y="1597156"/>
            <a:ext cx="12192000" cy="4024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Consider the case of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simulating the checkout until cart is empty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pop() method removes the last element from an array and returns that element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can use ‘break’ with while loop also for an early exit from the loop</a:t>
            </a:r>
          </a:p>
          <a:p>
            <a:pPr>
              <a:lnSpc>
                <a:spcPts val="1800"/>
              </a:lnSpc>
            </a:pP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C79EE-F475-C19C-5645-E1F4ECA2A5CD}"/>
              </a:ext>
            </a:extLst>
          </p:cNvPr>
          <p:cNvSpPr txBox="1"/>
          <p:nvPr/>
        </p:nvSpPr>
        <p:spPr>
          <a:xfrm>
            <a:off x="514350" y="2112425"/>
            <a:ext cx="8739378" cy="212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cartItems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string[] = [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cartItems.length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currentItem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cartItems.</a:t>
            </a:r>
            <a:r>
              <a:rPr lang="en-CA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pop</a:t>
            </a:r>
            <a:r>
              <a:rPr lang="en-CA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`Processing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currentItem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6301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2DB6-8233-EA60-7FB6-7CC2E9C3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6FA52F-59EC-0F98-DB08-8EC7F7EE9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3894F-DE00-5952-FBD9-2A274FF11615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B371E9-9B29-498E-956B-AB03CBD70763}"/>
              </a:ext>
            </a:extLst>
          </p:cNvPr>
          <p:cNvSpPr/>
          <p:nvPr/>
        </p:nvSpPr>
        <p:spPr>
          <a:xfrm>
            <a:off x="0" y="1222422"/>
            <a:ext cx="427939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‘do…while’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86DE6-4BF6-8B02-A630-72FCBA9306FB}"/>
              </a:ext>
            </a:extLst>
          </p:cNvPr>
          <p:cNvSpPr txBox="1"/>
          <p:nvPr/>
        </p:nvSpPr>
        <p:spPr>
          <a:xfrm>
            <a:off x="0" y="1597156"/>
            <a:ext cx="12192000" cy="3101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do...while loop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executes 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block of code at least once, and then repeats the loop as long as the condition is true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always runs at least once, even if the condition is false initially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is why it’s called a post-test loop (condition is tested after the body runs)</a:t>
            </a:r>
          </a:p>
          <a:p>
            <a:pPr>
              <a:lnSpc>
                <a:spcPts val="1800"/>
              </a:lnSpc>
            </a:pP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348DD-537A-DB74-9C03-7B75CB74317D}"/>
              </a:ext>
            </a:extLst>
          </p:cNvPr>
          <p:cNvSpPr txBox="1"/>
          <p:nvPr/>
        </p:nvSpPr>
        <p:spPr>
          <a:xfrm>
            <a:off x="356616" y="2717992"/>
            <a:ext cx="6140196" cy="1017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code block to be executed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(condition);</a:t>
            </a:r>
          </a:p>
          <a:p>
            <a:pPr>
              <a:lnSpc>
                <a:spcPts val="18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</p:spTree>
    <p:extLst>
      <p:ext uri="{BB962C8B-B14F-4D97-AF65-F5344CB8AC3E}">
        <p14:creationId xmlns:p14="http://schemas.microsoft.com/office/powerpoint/2010/main" val="1247527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8CE9D-CE94-B784-54E3-58561594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C18E69-5F05-C0C6-A423-8D6E0DDB6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F92012-938E-0E4E-ED21-A4ED1D260671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EF72D-3333-F343-5E3C-DA80AA9DA0A9}"/>
              </a:ext>
            </a:extLst>
          </p:cNvPr>
          <p:cNvSpPr/>
          <p:nvPr/>
        </p:nvSpPr>
        <p:spPr>
          <a:xfrm>
            <a:off x="0" y="1222422"/>
            <a:ext cx="427939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‘do…while’ loop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22386-DCF2-C037-2EE5-6932146886CE}"/>
              </a:ext>
            </a:extLst>
          </p:cNvPr>
          <p:cNvSpPr txBox="1"/>
          <p:nvPr/>
        </p:nvSpPr>
        <p:spPr>
          <a:xfrm>
            <a:off x="195452" y="1673443"/>
            <a:ext cx="11289411" cy="263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platesEaten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 = 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totalPlates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 = 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`Child ate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platesEaten+1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dirty="0">
                <a:solidFill>
                  <a:srgbClr val="A31515"/>
                </a:solidFill>
                <a:latin typeface="Consolas" panose="020B0609020204030204" pitchFamily="49" charset="0"/>
              </a:rPr>
              <a:t> plates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vegetables...`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platesEaten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platesEaten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totalPlates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"All vegetables eaten!"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E11EA1-C81C-0372-DBF1-08DFEA19631E}"/>
              </a:ext>
            </a:extLst>
          </p:cNvPr>
          <p:cNvSpPr txBox="1"/>
          <p:nvPr/>
        </p:nvSpPr>
        <p:spPr>
          <a:xfrm>
            <a:off x="195452" y="4408615"/>
            <a:ext cx="117466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is a simple scenario where do...while makes sense because you want the action to happen at least once (the child must eat at least one plate)</a:t>
            </a:r>
          </a:p>
        </p:txBody>
      </p:sp>
    </p:spTree>
    <p:extLst>
      <p:ext uri="{BB962C8B-B14F-4D97-AF65-F5344CB8AC3E}">
        <p14:creationId xmlns:p14="http://schemas.microsoft.com/office/powerpoint/2010/main" val="3837121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65D2-86C8-01FA-48A5-8C32FD21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5A642B-EF6B-6EA5-BF5D-ED0CAE55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7FAED-10F5-CE24-74DD-BF2645492C42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0B1F0C-D675-81AA-D2E7-4F04352EED09}"/>
              </a:ext>
            </a:extLst>
          </p:cNvPr>
          <p:cNvSpPr/>
          <p:nvPr/>
        </p:nvSpPr>
        <p:spPr>
          <a:xfrm>
            <a:off x="0" y="1222422"/>
            <a:ext cx="434340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‘continue’ in loop statement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5CA3CC-F7CA-186B-AC85-F7B246A7A50B}"/>
              </a:ext>
            </a:extLst>
          </p:cNvPr>
          <p:cNvSpPr txBox="1"/>
          <p:nvPr/>
        </p:nvSpPr>
        <p:spPr>
          <a:xfrm>
            <a:off x="50292" y="1741605"/>
            <a:ext cx="121417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continue statement skips the current loop iteration and jumps straight to the next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usually use it when there's a situation where you want to ignore some items and move 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20E1A-F75E-3466-C32E-331D82587B00}"/>
              </a:ext>
            </a:extLst>
          </p:cNvPr>
          <p:cNvSpPr txBox="1"/>
          <p:nvPr/>
        </p:nvSpPr>
        <p:spPr>
          <a:xfrm>
            <a:off x="357758" y="3153298"/>
            <a:ext cx="11666601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donuts: string[] = [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Chocolate"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"Strawberry"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Stock"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"Vanilla"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Stock"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"Glazed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i:number = 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donuts.length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(donuts[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===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"Out of Stock"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`Skipping donut at index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– Out of Stock`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CA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skip this donut</a:t>
            </a:r>
            <a:endParaRPr lang="en-CA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`Serving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donuts[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donut`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0F2A1-5A91-C57C-ABCF-2C3093AEA4EE}"/>
              </a:ext>
            </a:extLst>
          </p:cNvPr>
          <p:cNvSpPr txBox="1"/>
          <p:nvPr/>
        </p:nvSpPr>
        <p:spPr>
          <a:xfrm>
            <a:off x="50292" y="5184905"/>
            <a:ext cx="117980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CA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loop goes through a list of donuts and skips any that are "Out of Stock" using continue, while serving the rest by printing a message</a:t>
            </a:r>
          </a:p>
        </p:txBody>
      </p:sp>
    </p:spTree>
    <p:extLst>
      <p:ext uri="{BB962C8B-B14F-4D97-AF65-F5344CB8AC3E}">
        <p14:creationId xmlns:p14="http://schemas.microsoft.com/office/powerpoint/2010/main" val="213017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52076</TotalTime>
  <Words>1884</Words>
  <Application>Microsoft Office PowerPoint</Application>
  <PresentationFormat>Widescreen</PresentationFormat>
  <Paragraphs>235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Bookman Old Style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 Mathew</cp:lastModifiedBy>
  <cp:revision>735</cp:revision>
  <dcterms:created xsi:type="dcterms:W3CDTF">2025-02-20T19:22:06Z</dcterms:created>
  <dcterms:modified xsi:type="dcterms:W3CDTF">2025-05-22T03:04:07Z</dcterms:modified>
</cp:coreProperties>
</file>