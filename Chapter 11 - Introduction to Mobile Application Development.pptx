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2025-05-28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169544" y="4354842"/>
            <a:ext cx="11852910" cy="1660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11 – Introduction to Mobile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DDB2-6941-5898-CB84-DA1F6A9D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AC9E9-0CED-B41D-EF13-97A904DDF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86F42-C7F9-12E4-8E3E-8AB25EFF7226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5F433-E049-1A57-7748-6A3355396CE3}"/>
              </a:ext>
            </a:extLst>
          </p:cNvPr>
          <p:cNvSpPr/>
          <p:nvPr/>
        </p:nvSpPr>
        <p:spPr>
          <a:xfrm>
            <a:off x="-1" y="1221723"/>
            <a:ext cx="596537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Why Mobile Application Development?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BA649-BD4B-BC5F-A8FD-62CED41DED3E}"/>
              </a:ext>
            </a:extLst>
          </p:cNvPr>
          <p:cNvSpPr txBox="1"/>
          <p:nvPr/>
        </p:nvSpPr>
        <p:spPr>
          <a:xfrm>
            <a:off x="162306" y="1672744"/>
            <a:ext cx="11852910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Mobile usage is skyrocketing: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With billions of active smartphone users globally, mobile apps have become one of the primary ways people interact with technology and access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Apps drive digital transformation: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From shopping to banking, healthcare to education, mobile applications are at the forefront of digital innovation across industries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High demand for mobile developers: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rapid growth of mobile app usage has created a strong job market for developers, making it a valuable and rewarding career path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Entrepreneurship and creativity: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Mobile app development allows individuals and startups to launch innovative solutions with global reach at relatively low costs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3DC2-2C6B-A4B0-EC9C-898957B5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C32732-3329-CBD8-B73F-D3A340BD8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FD8C16-8A6D-CD18-6EBE-9A44C9310C5E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F9CA88-9D25-F989-4863-EE9E5FBF5BAC}"/>
              </a:ext>
            </a:extLst>
          </p:cNvPr>
          <p:cNvSpPr/>
          <p:nvPr/>
        </p:nvSpPr>
        <p:spPr>
          <a:xfrm>
            <a:off x="-1" y="1221723"/>
            <a:ext cx="60960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Why Mobile Application Development?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66523-B2C3-094D-9D19-2FA1448CAF06}"/>
              </a:ext>
            </a:extLst>
          </p:cNvPr>
          <p:cNvSpPr txBox="1"/>
          <p:nvPr/>
        </p:nvSpPr>
        <p:spPr>
          <a:xfrm>
            <a:off x="162306" y="1672744"/>
            <a:ext cx="11852910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Cross-platform frameworks: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Technologies like React Native and Flutter have made it easier than ever to build apps for both Android and iOS using a single codebase, reducing time and resources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Monetization opportunities: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Developers and companies can generate revenue through various models such as in-app purchases, subscriptions, ads, and premium downloads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Real-world impact: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Mobile apps can solve real problems—from improving productivity and communication to enhancing health and education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Ever-evolving technology: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Mobile development constantly evolves with new features like augmented reality, AI integration, and IoT, keeping the field dynamic and exciting</a:t>
            </a:r>
          </a:p>
        </p:txBody>
      </p:sp>
    </p:spTree>
    <p:extLst>
      <p:ext uri="{BB962C8B-B14F-4D97-AF65-F5344CB8AC3E}">
        <p14:creationId xmlns:p14="http://schemas.microsoft.com/office/powerpoint/2010/main" val="98636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1FBA-E626-4CC9-921C-6051F78E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E6C639-BC57-1C11-E8AC-91D77FC0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EA38E-B770-A93F-6D28-38536D688753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90BE95-EE9B-DF34-82F1-90F674961265}"/>
              </a:ext>
            </a:extLst>
          </p:cNvPr>
          <p:cNvSpPr/>
          <p:nvPr/>
        </p:nvSpPr>
        <p:spPr>
          <a:xfrm>
            <a:off x="-1" y="1221723"/>
            <a:ext cx="230777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110D05-A87A-B2FF-DD88-29B8DD4D60F9}"/>
              </a:ext>
            </a:extLst>
          </p:cNvPr>
          <p:cNvSpPr txBox="1"/>
          <p:nvPr/>
        </p:nvSpPr>
        <p:spPr>
          <a:xfrm>
            <a:off x="162306" y="1672744"/>
            <a:ext cx="11852910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an open-source framework developed by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Meta (formerly Facebook)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that allows developers to build mobile applications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supports development in both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JavaScript and TypeScript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making it flexible for developers who prefer static typing and better tooling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enables cross-platform development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meaning you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can write a single codebase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that runs on both Android and iOS devices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uses native components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allowing apps to perform and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look like true native applications, unlike traditional hybrid apps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Original framework React.js was developed for the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28438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071D-0A18-A12F-45B8-5FEBE5C3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B7BA7D-1464-73F5-4E80-4745604A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0E6BDB-DDED-044D-B909-D454C0E442B2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3B8918-4FA4-0C1B-D0DE-BADBC362BD96}"/>
              </a:ext>
            </a:extLst>
          </p:cNvPr>
          <p:cNvSpPr/>
          <p:nvPr/>
        </p:nvSpPr>
        <p:spPr>
          <a:xfrm>
            <a:off x="-1" y="1221723"/>
            <a:ext cx="27432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BE369A-A515-AFC0-1745-0CA57F1E1862}"/>
              </a:ext>
            </a:extLst>
          </p:cNvPr>
          <p:cNvSpPr txBox="1"/>
          <p:nvPr/>
        </p:nvSpPr>
        <p:spPr>
          <a:xfrm>
            <a:off x="162306" y="1672744"/>
            <a:ext cx="11852910" cy="28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Hot Reloading and Fast Refresh features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help developers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see changes in real time, speeding up the development process significantly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large and active community supports React Native, providing a wealth of libraries, tools, and resources to simplify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Popular apps like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Instagram, Facebook, and Shopify have used React Native in their production apps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showcasing its capability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56441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BBBA4-6B5D-C1C5-F25A-1BBA843E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8BC970-9F7D-2948-9886-1E37312AF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983B16-E9CA-F231-786A-AC93D3D1B7F7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53FA3-4853-4E74-C782-6731222857E0}"/>
              </a:ext>
            </a:extLst>
          </p:cNvPr>
          <p:cNvSpPr/>
          <p:nvPr/>
        </p:nvSpPr>
        <p:spPr>
          <a:xfrm>
            <a:off x="-1" y="1221723"/>
            <a:ext cx="459377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Why React Native is Popular?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7B8B08-53D9-AA07-C02F-821B5293E50F}"/>
              </a:ext>
            </a:extLst>
          </p:cNvPr>
          <p:cNvSpPr txBox="1"/>
          <p:nvPr/>
        </p:nvSpPr>
        <p:spPr>
          <a:xfrm>
            <a:off x="162306" y="1672744"/>
            <a:ext cx="11852910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enables the development of mobile apps that run on both Android and iOS platforms from a single codebase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don’t need to learn platform-specific languages like Java, Kotlin, or Swift to build apps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Development is done using JavaScript or TypeScript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bridges the gap by converting the code into native components for Android and iOS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Limitation: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Platform-specific components (Android- or iOS-only) need to be handled separately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maintain compatibility across platforms, the set of shared components is intentionally limited</a:t>
            </a:r>
          </a:p>
        </p:txBody>
      </p:sp>
    </p:spTree>
    <p:extLst>
      <p:ext uri="{BB962C8B-B14F-4D97-AF65-F5344CB8AC3E}">
        <p14:creationId xmlns:p14="http://schemas.microsoft.com/office/powerpoint/2010/main" val="384072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3C72-C049-8AA3-A897-5561FF10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273759-8CEA-EED1-3F8F-94D612D6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7A7028-6A87-FE02-31D8-A3923450190F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A0A59A-2A58-4F2A-DBD8-FC24F513E7CE}"/>
              </a:ext>
            </a:extLst>
          </p:cNvPr>
          <p:cNvSpPr/>
          <p:nvPr/>
        </p:nvSpPr>
        <p:spPr>
          <a:xfrm>
            <a:off x="-1" y="1221723"/>
            <a:ext cx="748839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Technologies Used for React Native Development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DB5003-5C46-53E5-B44D-9C4C02903618}"/>
              </a:ext>
            </a:extLst>
          </p:cNvPr>
          <p:cNvSpPr txBox="1"/>
          <p:nvPr/>
        </p:nvSpPr>
        <p:spPr>
          <a:xfrm>
            <a:off x="162306" y="1672744"/>
            <a:ext cx="11852910" cy="383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1. Core Technologies: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JavaScript / TypeScript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is based on JavaScript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(a typed superset of JavaScript) is now widely used for better developer tooling and code safety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(Library)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uses React to build UI components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manage state and logic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Framework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framework itself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provides native components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APIs for mobile development</a:t>
            </a:r>
          </a:p>
        </p:txBody>
      </p:sp>
    </p:spTree>
    <p:extLst>
      <p:ext uri="{BB962C8B-B14F-4D97-AF65-F5344CB8AC3E}">
        <p14:creationId xmlns:p14="http://schemas.microsoft.com/office/powerpoint/2010/main" val="2945559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714CA-0F1A-90BB-B537-EF384566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9BBD06-DD8C-D85E-5F46-12CE1603E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C72D21-C3DF-9516-C644-6733991B1E7C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B51337-5C4B-2709-16A7-2098D69BCD60}"/>
              </a:ext>
            </a:extLst>
          </p:cNvPr>
          <p:cNvSpPr/>
          <p:nvPr/>
        </p:nvSpPr>
        <p:spPr>
          <a:xfrm>
            <a:off x="-1" y="1221723"/>
            <a:ext cx="748839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Technologies Used for React Native Development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2B6C51-28A7-60B3-FE72-579EF4590B04}"/>
              </a:ext>
            </a:extLst>
          </p:cNvPr>
          <p:cNvSpPr txBox="1"/>
          <p:nvPr/>
        </p:nvSpPr>
        <p:spPr>
          <a:xfrm>
            <a:off x="162306" y="1672744"/>
            <a:ext cx="11852910" cy="4659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2. Development Tools: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Node.js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Required to run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npm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(Node Package Manager) and manage project dependencies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/ yarn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Package managers to install libraries and manage dependencies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Expo CLI (Optional)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 abstraction over React Native CLI that simplifies development, especially for beginners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Provides a fast build/test cycle and over-the-air updates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Offers more control and customization than Expo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Recommended for advanced/native module work</a:t>
            </a:r>
            <a:endParaRPr lang="en-CA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215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9185-37AC-3FFA-B19C-2C3B5BA8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95047D-1E9C-1DC1-FA33-A9FC75A4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8995C0-A214-2AA9-4814-5811DD248C95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Introduction to Mobile Application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6BA77B-6DBF-2A55-C9B2-FA178B6DD979}"/>
              </a:ext>
            </a:extLst>
          </p:cNvPr>
          <p:cNvSpPr/>
          <p:nvPr/>
        </p:nvSpPr>
        <p:spPr>
          <a:xfrm>
            <a:off x="-1" y="1221723"/>
            <a:ext cx="748839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Technologies Used for React Native Development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20DB63-C43C-D2DF-7036-D51CA4A8D5B8}"/>
              </a:ext>
            </a:extLst>
          </p:cNvPr>
          <p:cNvSpPr txBox="1"/>
          <p:nvPr/>
        </p:nvSpPr>
        <p:spPr>
          <a:xfrm>
            <a:off x="162306" y="1672744"/>
            <a:ext cx="11852910" cy="47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Android Studio / Xcode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Required for running and building apps on Android and iOS emulators or devices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Android Studio (for Android development)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Xcode (mandatory for iOS builds – macOS only)</a:t>
            </a:r>
          </a:p>
          <a:p>
            <a:pPr>
              <a:lnSpc>
                <a:spcPct val="150000"/>
              </a:lnSpc>
            </a:pPr>
            <a:r>
              <a:rPr lang="en-CA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3. Editor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Visual Studio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Popular code editor with extensive support for JavaScript/TypeScript, React Native, debugging, and extensions like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ESLint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Prettier,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etc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4. Emulators/Simulators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Android Emulator / iOS Simulator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Needed to test your app on virtual devices during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322980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56412</TotalTime>
  <Words>771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Bookman Old Style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Plathanath Mathew</cp:lastModifiedBy>
  <cp:revision>798</cp:revision>
  <dcterms:created xsi:type="dcterms:W3CDTF">2025-02-20T19:22:06Z</dcterms:created>
  <dcterms:modified xsi:type="dcterms:W3CDTF">2025-05-29T03:52:32Z</dcterms:modified>
</cp:coreProperties>
</file>