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21" r:id="rId3"/>
    <p:sldId id="323" r:id="rId4"/>
    <p:sldId id="322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Intro To TypeScript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169544" y="4354842"/>
            <a:ext cx="11852910" cy="911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8 - TypeScript Functions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DDB2-6941-5898-CB84-DA1F6A9D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C9E9-0CED-B41D-EF13-97A904DDF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A86F42-C7F9-12E4-8E3E-8AB25EFF7226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5F433-E049-1A57-7748-6A3355396CE3}"/>
              </a:ext>
            </a:extLst>
          </p:cNvPr>
          <p:cNvSpPr/>
          <p:nvPr/>
        </p:nvSpPr>
        <p:spPr>
          <a:xfrm>
            <a:off x="-1" y="1221723"/>
            <a:ext cx="337413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Functions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BA649-BD4B-BC5F-A8FD-62CED41DED3E}"/>
              </a:ext>
            </a:extLst>
          </p:cNvPr>
          <p:cNvSpPr txBox="1"/>
          <p:nvPr/>
        </p:nvSpPr>
        <p:spPr>
          <a:xfrm>
            <a:off x="162306" y="1672744"/>
            <a:ext cx="11852910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Functions in TypeScript are reusable blocks of code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used to perform specific tasks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They work just like in JavaScript but allow type annotations to ensure that inputs (parameters) and outputs (return values) follow expected data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helps catch errors during development and improves code reliability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define a function using: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name(param: type, ...):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function body}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B0DF-81FC-FE67-2BF2-BFC5DEDF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A530A-8FC6-CD0E-E02C-1F5F52E6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0A691-7C5B-A1BF-29E5-7A5026004228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19061-6A6F-1E96-5A29-35A95C3A2AE0}"/>
              </a:ext>
            </a:extLst>
          </p:cNvPr>
          <p:cNvSpPr/>
          <p:nvPr/>
        </p:nvSpPr>
        <p:spPr>
          <a:xfrm>
            <a:off x="-1" y="1221723"/>
            <a:ext cx="337413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Functions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828A4D-D57D-015E-035F-0D5825FF064A}"/>
              </a:ext>
            </a:extLst>
          </p:cNvPr>
          <p:cNvSpPr txBox="1"/>
          <p:nvPr/>
        </p:nvSpPr>
        <p:spPr>
          <a:xfrm>
            <a:off x="162306" y="1672744"/>
            <a:ext cx="11852910" cy="512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a TypeScript function named ‘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add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that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takes two numbers as inputs and returns their sum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add(a: 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b: 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b;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function uses type annotations to ensure that both parameters (a and b) are numbers and that the result it returns is also a number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call the add function, you simply use its name and pass two numbers as arguments inside parentheses: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add(</a:t>
            </a:r>
            <a:r>
              <a:rPr lang="en-CA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console.log(result);</a:t>
            </a:r>
          </a:p>
        </p:txBody>
      </p:sp>
    </p:spTree>
    <p:extLst>
      <p:ext uri="{BB962C8B-B14F-4D97-AF65-F5344CB8AC3E}">
        <p14:creationId xmlns:p14="http://schemas.microsoft.com/office/powerpoint/2010/main" val="388916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901F2-175B-00DF-D2D4-1D217FEA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F09F7D-255C-F954-46B4-1A588E4A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47DC8-E705-5B4B-9A70-E9BF7A53B5C4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0C59FA-29F3-8D99-DD0D-8795DBC80977}"/>
              </a:ext>
            </a:extLst>
          </p:cNvPr>
          <p:cNvSpPr/>
          <p:nvPr/>
        </p:nvSpPr>
        <p:spPr>
          <a:xfrm>
            <a:off x="-1" y="1221723"/>
            <a:ext cx="337413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Functions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9F213C-6348-AB37-A009-319F84FE07FB}"/>
              </a:ext>
            </a:extLst>
          </p:cNvPr>
          <p:cNvSpPr txBox="1"/>
          <p:nvPr/>
        </p:nvSpPr>
        <p:spPr>
          <a:xfrm>
            <a:off x="162306" y="1672744"/>
            <a:ext cx="11852910" cy="188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void if your function doesn’t return anything: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E8D8E-7F5B-6526-EA46-8445DC92850F}"/>
              </a:ext>
            </a:extLst>
          </p:cNvPr>
          <p:cNvSpPr txBox="1"/>
          <p:nvPr/>
        </p:nvSpPr>
        <p:spPr>
          <a:xfrm>
            <a:off x="500634" y="2300737"/>
            <a:ext cx="6140196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sendWishes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(message: string): </a:t>
            </a:r>
            <a:r>
              <a:rPr lang="en-CA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console.log(message);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sendWishes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"Happy Birthday"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94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8D53-B0DE-138F-4292-1DDB47BB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3128B7-5D5C-CACF-D6BC-2F664DB9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8DA6F8-3F62-543D-03E0-8D47FBCE9608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D71C7-A55C-AD2C-A3A6-23D535E87EC5}"/>
              </a:ext>
            </a:extLst>
          </p:cNvPr>
          <p:cNvSpPr/>
          <p:nvPr/>
        </p:nvSpPr>
        <p:spPr>
          <a:xfrm>
            <a:off x="-1" y="1221723"/>
            <a:ext cx="71414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DBE210-1D2D-56EF-CDA6-8B3BD90A0E01}"/>
              </a:ext>
            </a:extLst>
          </p:cNvPr>
          <p:cNvSpPr txBox="1"/>
          <p:nvPr/>
        </p:nvSpPr>
        <p:spPr>
          <a:xfrm>
            <a:off x="162306" y="1672744"/>
            <a:ext cx="11852910" cy="3733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 type that describes a function’s parameters and its return type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helps ensure that any function assigned to a variable or passed around meets the expected shape (like a contract for inputs and output)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 for function type: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(parameter1: type, parameter2: type, ...)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returnType</a:t>
            </a:r>
            <a:endParaRPr lang="en-CA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describes the expected signature of a function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- what arguments it takes and what value it returns</a:t>
            </a:r>
          </a:p>
        </p:txBody>
      </p:sp>
    </p:spTree>
    <p:extLst>
      <p:ext uri="{BB962C8B-B14F-4D97-AF65-F5344CB8AC3E}">
        <p14:creationId xmlns:p14="http://schemas.microsoft.com/office/powerpoint/2010/main" val="377616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964C-2D96-89E6-3283-ABE19AF1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384ABB-F7A3-A559-A44B-6A99F0983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73E43-E361-DD63-AC2A-DE961C061358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6DE08E-F721-0FA4-286C-6C763187C95D}"/>
              </a:ext>
            </a:extLst>
          </p:cNvPr>
          <p:cNvSpPr txBox="1"/>
          <p:nvPr/>
        </p:nvSpPr>
        <p:spPr>
          <a:xfrm>
            <a:off x="162306" y="1672744"/>
            <a:ext cx="11852910" cy="5580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add: (x: number, y: number)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number;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add is a variable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points to a function that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Takes two number arguments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Returns a number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 now assign a valid function to it: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 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(x: number, y: number): number {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+ y;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8BD78-0B06-B1DC-0862-F9FA8D731162}"/>
              </a:ext>
            </a:extLst>
          </p:cNvPr>
          <p:cNvSpPr/>
          <p:nvPr/>
        </p:nvSpPr>
        <p:spPr>
          <a:xfrm>
            <a:off x="-1" y="1221723"/>
            <a:ext cx="714146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Types</a:t>
            </a:r>
            <a:endParaRPr lang="en-CA" sz="2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079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127F-131E-50E8-DAAC-F703F0BB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D25741-0759-2DF5-C86A-0A81C7409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BB09FB-9E61-E867-068D-604F8F4692A0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F68A7-889D-947C-3F43-63155902DC19}"/>
              </a:ext>
            </a:extLst>
          </p:cNvPr>
          <p:cNvSpPr/>
          <p:nvPr/>
        </p:nvSpPr>
        <p:spPr>
          <a:xfrm>
            <a:off x="-1" y="1221723"/>
            <a:ext cx="245973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63FCA2-883B-BB62-5C74-94C295FBC771}"/>
              </a:ext>
            </a:extLst>
          </p:cNvPr>
          <p:cNvSpPr txBox="1"/>
          <p:nvPr/>
        </p:nvSpPr>
        <p:spPr>
          <a:xfrm>
            <a:off x="162306" y="1672744"/>
            <a:ext cx="1185291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 define a function type and assign a valid function to it in one step also:</a:t>
            </a:r>
          </a:p>
          <a:p>
            <a:pPr lvl="2">
              <a:lnSpc>
                <a:spcPct val="150000"/>
              </a:lnSpc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add: (a: number, b: number)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(x: number, y: number) {</a:t>
            </a:r>
          </a:p>
          <a:p>
            <a:pPr lvl="2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+ y;</a:t>
            </a:r>
          </a:p>
          <a:p>
            <a:pPr lvl="2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call this function: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	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add(</a:t>
            </a:r>
            <a:r>
              <a:rPr lang="en-CA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A1C21-1C6E-134A-0F67-7AA668696871}"/>
              </a:ext>
            </a:extLst>
          </p:cNvPr>
          <p:cNvSpPr txBox="1"/>
          <p:nvPr/>
        </p:nvSpPr>
        <p:spPr>
          <a:xfrm>
            <a:off x="176783" y="5019378"/>
            <a:ext cx="12000739" cy="14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</a:t>
            </a:r>
            <a:r>
              <a:rPr lang="en-C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types to enforce structure on functions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types </a:t>
            </a:r>
            <a:r>
              <a:rPr lang="en-C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help catch mismatches in arguments and return types at compile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</a:t>
            </a:r>
            <a:r>
              <a:rPr lang="en-CA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makes your code more robust, readable, and maintainable</a:t>
            </a:r>
          </a:p>
        </p:txBody>
      </p:sp>
    </p:spTree>
    <p:extLst>
      <p:ext uri="{BB962C8B-B14F-4D97-AF65-F5344CB8AC3E}">
        <p14:creationId xmlns:p14="http://schemas.microsoft.com/office/powerpoint/2010/main" val="77889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7CF8-9AD5-E5A3-69E4-1BCAA40A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98735-AF29-2704-62F6-B6D76AC5B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35E841-CB9B-CF66-F49E-9FCF3F8E8637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52352-0EB3-F6A7-E93F-42B2583643AD}"/>
              </a:ext>
            </a:extLst>
          </p:cNvPr>
          <p:cNvSpPr/>
          <p:nvPr/>
        </p:nvSpPr>
        <p:spPr>
          <a:xfrm>
            <a:off x="-1" y="1221723"/>
            <a:ext cx="465429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Optional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CEA4A9-7381-00DF-D699-073996309121}"/>
              </a:ext>
            </a:extLst>
          </p:cNvPr>
          <p:cNvSpPr txBox="1"/>
          <p:nvPr/>
        </p:nvSpPr>
        <p:spPr>
          <a:xfrm>
            <a:off x="169545" y="1672744"/>
            <a:ext cx="11852910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TypeScript,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optional parameters allow a function to be called without providing a value for every parameter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These are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marked with a ? after the parameter name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Unlike JavaScript, where any parameter can be skipped,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enforces argument checks unless explicitly marked as optional	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Always place optional parameters at the end of the parameter list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CC9CF-DA1B-12AD-D42A-92A97AA48AB1}"/>
              </a:ext>
            </a:extLst>
          </p:cNvPr>
          <p:cNvSpPr txBox="1"/>
          <p:nvPr/>
        </p:nvSpPr>
        <p:spPr>
          <a:xfrm>
            <a:off x="501777" y="4501895"/>
            <a:ext cx="8305038" cy="226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greet(name: string, title</a:t>
            </a:r>
            <a:r>
              <a:rPr lang="en-CA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?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string): string {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title !==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"undefined"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`Hello,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500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`Hello,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706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3EFF-DC64-3489-48F5-4DF4B7D3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7583F5-92A9-466F-7506-D06B31A8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462FF-1EB3-107A-A6DB-75B10439AA91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5B274-6B91-2738-C889-78C94AF95B56}"/>
              </a:ext>
            </a:extLst>
          </p:cNvPr>
          <p:cNvSpPr/>
          <p:nvPr/>
        </p:nvSpPr>
        <p:spPr>
          <a:xfrm>
            <a:off x="-1" y="1221723"/>
            <a:ext cx="465429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Optional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3DBCB8-52E6-0390-52CE-39799325DAD2}"/>
              </a:ext>
            </a:extLst>
          </p:cNvPr>
          <p:cNvSpPr txBox="1"/>
          <p:nvPr/>
        </p:nvSpPr>
        <p:spPr>
          <a:xfrm>
            <a:off x="169545" y="1672744"/>
            <a:ext cx="11852910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‘title’ is an optional parameter (indicated by ?)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a title is passed (like "Dr." or "Prof."), it's used in the greeting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not, it simply greets using the name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 Calls: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paramName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?: type to define optional parameters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typeof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param !== 'undefined' to check if it was passed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DB626-7FF4-5FA9-1BD9-8D2920AA131E}"/>
              </a:ext>
            </a:extLst>
          </p:cNvPr>
          <p:cNvSpPr txBox="1"/>
          <p:nvPr/>
        </p:nvSpPr>
        <p:spPr>
          <a:xfrm>
            <a:off x="356616" y="3429000"/>
            <a:ext cx="9400032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console.log(greet(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"Thomas"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CA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// Output: Hello, Thomas!</a:t>
            </a:r>
          </a:p>
          <a:p>
            <a:pPr>
              <a:lnSpc>
                <a:spcPct val="150000"/>
              </a:lnSpc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console.log(greet(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"Thomas"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"Prof."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CA" dirty="0">
                <a:solidFill>
                  <a:srgbClr val="0070C0"/>
                </a:solidFill>
                <a:latin typeface="Consolas" panose="020B0609020204030204" pitchFamily="49" charset="0"/>
              </a:rPr>
              <a:t>// Output: Hello, Prof. Thomas!</a:t>
            </a:r>
          </a:p>
        </p:txBody>
      </p:sp>
    </p:spTree>
    <p:extLst>
      <p:ext uri="{BB962C8B-B14F-4D97-AF65-F5344CB8AC3E}">
        <p14:creationId xmlns:p14="http://schemas.microsoft.com/office/powerpoint/2010/main" val="2956616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BF67-A34F-46C4-9C1C-EFB12BF8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50B689-FF99-62FC-0645-DA39F5DD7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34AF85-451D-982F-A382-98EFD2AD3106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E8442-814F-EDBD-C829-8E8A32BBF2CA}"/>
              </a:ext>
            </a:extLst>
          </p:cNvPr>
          <p:cNvSpPr/>
          <p:nvPr/>
        </p:nvSpPr>
        <p:spPr>
          <a:xfrm>
            <a:off x="-1" y="1221723"/>
            <a:ext cx="44074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Default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B4E5A-DF5D-B4C6-2447-F886940CA1AA}"/>
              </a:ext>
            </a:extLst>
          </p:cNvPr>
          <p:cNvSpPr txBox="1"/>
          <p:nvPr/>
        </p:nvSpPr>
        <p:spPr>
          <a:xfrm>
            <a:off x="169545" y="1672744"/>
            <a:ext cx="11946256" cy="511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TypeScript,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default parameters allow you to specify default values for function parameters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a parameter is not passed when calling the function, the default value will be used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similar to JavaScript's ES6 default parameters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Syntax: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name(parameter1: type = 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defaultValue1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,parameter2: type,...) {</a:t>
            </a: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do something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1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F37F8-0FAE-2DA3-ACF7-50629653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C149B3-1F67-E6A8-80E3-419784F93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CD0C9-5286-2ECE-2175-1AD1720B7D24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97C7EC-C95E-8AEF-0D95-6744DA1A3044}"/>
              </a:ext>
            </a:extLst>
          </p:cNvPr>
          <p:cNvSpPr/>
          <p:nvPr/>
        </p:nvSpPr>
        <p:spPr>
          <a:xfrm>
            <a:off x="-1" y="1221723"/>
            <a:ext cx="44074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Default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2C6E6-92FF-28D8-29BA-71CA553BB8BA}"/>
              </a:ext>
            </a:extLst>
          </p:cNvPr>
          <p:cNvSpPr txBox="1"/>
          <p:nvPr/>
        </p:nvSpPr>
        <p:spPr>
          <a:xfrm>
            <a:off x="169545" y="1672744"/>
            <a:ext cx="11946256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greetUser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(name: string = </a:t>
            </a:r>
            <a:r>
              <a:rPr lang="en-CA" sz="20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"Guest"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string {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`Welcome, 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CA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greetUser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         </a:t>
            </a:r>
            <a:r>
              <a:rPr lang="en-CA" sz="20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// Output: Welcome, Guest!</a:t>
            </a:r>
          </a:p>
          <a:p>
            <a:pPr lvl="1">
              <a:lnSpc>
                <a:spcPct val="150000"/>
              </a:lnSpc>
            </a:pP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greetUser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"Thomas"</a:t>
            </a:r>
            <a:r>
              <a:rPr lang="en-CA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 </a:t>
            </a:r>
            <a:r>
              <a:rPr lang="en-CA" sz="2000" dirty="0">
                <a:solidFill>
                  <a:srgbClr val="0070C0"/>
                </a:solidFill>
                <a:latin typeface="Consolas" panose="020B0609020204030204" pitchFamily="49" charset="0"/>
              </a:rPr>
              <a:t>// Output: Welcome, Thomas!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function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greetUser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takes one parameter name with a default value "Guest"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no name is passed, it uses "Guest" as the default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a name is provided, it overrides the default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3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FDB3-2C0C-619F-E826-43E76F70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9A8B5F-7C8C-AA08-2DB5-9AD99A8B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ED292F-EDF4-2A00-E60C-E9EB5B4AFACD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B84A7A-2DBA-68AD-63DC-057BA535EF04}"/>
              </a:ext>
            </a:extLst>
          </p:cNvPr>
          <p:cNvSpPr/>
          <p:nvPr/>
        </p:nvSpPr>
        <p:spPr>
          <a:xfrm>
            <a:off x="-1" y="1221723"/>
            <a:ext cx="44074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Default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C8031E-8800-DF27-8493-D0E47CD4E91E}"/>
              </a:ext>
            </a:extLst>
          </p:cNvPr>
          <p:cNvSpPr txBox="1"/>
          <p:nvPr/>
        </p:nvSpPr>
        <p:spPr>
          <a:xfrm>
            <a:off x="169545" y="1672744"/>
            <a:ext cx="11946256" cy="28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type definitions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we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cannot use default values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with parameters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will result in error:</a:t>
            </a:r>
          </a:p>
          <a:p>
            <a:pPr lvl="1">
              <a:lnSpc>
                <a:spcPct val="150000"/>
              </a:lnSpc>
            </a:pPr>
            <a:r>
              <a:rPr lang="en-US" sz="20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i="1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A parameter initializer is only allowed in a function or constructor 	implementation.</a:t>
            </a:r>
            <a:endPara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9DA81-E00D-19FF-5BB8-0EFEA5A29D50}"/>
              </a:ext>
            </a:extLst>
          </p:cNvPr>
          <p:cNvSpPr txBox="1"/>
          <p:nvPr/>
        </p:nvSpPr>
        <p:spPr>
          <a:xfrm>
            <a:off x="555498" y="2394512"/>
            <a:ext cx="9859518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greetUser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(name: string = 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Guest"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string;</a:t>
            </a:r>
          </a:p>
        </p:txBody>
      </p:sp>
    </p:spTree>
    <p:extLst>
      <p:ext uri="{BB962C8B-B14F-4D97-AF65-F5344CB8AC3E}">
        <p14:creationId xmlns:p14="http://schemas.microsoft.com/office/powerpoint/2010/main" val="2648977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C5D61-3570-EF6A-0232-7EE725E7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61C948-E677-5AD5-D228-06227E940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DA925-8549-F892-9DAD-EAF9B3F32EBF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8E9364-1EB9-B2AB-418E-245FB2144622}"/>
              </a:ext>
            </a:extLst>
          </p:cNvPr>
          <p:cNvSpPr/>
          <p:nvPr/>
        </p:nvSpPr>
        <p:spPr>
          <a:xfrm>
            <a:off x="-1" y="1221723"/>
            <a:ext cx="44074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‘Rest’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7FAB5A-2568-619C-74E8-FF468B284A57}"/>
              </a:ext>
            </a:extLst>
          </p:cNvPr>
          <p:cNvSpPr txBox="1"/>
          <p:nvPr/>
        </p:nvSpPr>
        <p:spPr>
          <a:xfrm>
            <a:off x="169545" y="1672744"/>
            <a:ext cx="11946256" cy="503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Rest parameters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allow a function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accept an indefinite number of arguments as an array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They’re useful when you don’t know in advance how many arguments will be passed to the function</a:t>
            </a:r>
          </a:p>
          <a:p>
            <a:pPr lvl="1">
              <a:lnSpc>
                <a:spcPct val="1500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...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parameterName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type[]) {</a:t>
            </a:r>
          </a:p>
          <a:p>
            <a:pPr lvl="1">
              <a:lnSpc>
                <a:spcPct val="1500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function body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rest parameter in TypeScript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denoted using three dots 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Bookman Old Style" panose="02050604050505020204" pitchFamily="18" charset="0"/>
              </a:rPr>
              <a:t>...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) before the parameter name in a function 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collects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all remaining arguments passed to the function into a single array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Rest parameters must follow these rules: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function can only have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one rest parameter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rest parameter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must be the last in the parameter list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rest parameter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typed as an array</a:t>
            </a:r>
          </a:p>
        </p:txBody>
      </p:sp>
    </p:spTree>
    <p:extLst>
      <p:ext uri="{BB962C8B-B14F-4D97-AF65-F5344CB8AC3E}">
        <p14:creationId xmlns:p14="http://schemas.microsoft.com/office/powerpoint/2010/main" val="2010341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2F1C-009C-8DED-1E03-E869D786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7448F1-1787-0A88-C338-279261A86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F14D93-F5A4-8024-FED5-5EE1BF19C565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16616A-8C3B-54C5-FB6C-8A7487BE09FD}"/>
              </a:ext>
            </a:extLst>
          </p:cNvPr>
          <p:cNvSpPr/>
          <p:nvPr/>
        </p:nvSpPr>
        <p:spPr>
          <a:xfrm>
            <a:off x="-1" y="1221723"/>
            <a:ext cx="44074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‘Rest’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44C4DE-0FE2-567B-3240-5DF1C63D80C0}"/>
              </a:ext>
            </a:extLst>
          </p:cNvPr>
          <p:cNvSpPr txBox="1"/>
          <p:nvPr/>
        </p:nvSpPr>
        <p:spPr>
          <a:xfrm>
            <a:off x="169545" y="1672744"/>
            <a:ext cx="11946256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Consider a function to calculate total sales for a given date using rest parameter: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date: string is the first parameter and is required to track the date of the sales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...sales: number[ ]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rest parameter that allows the function to accept any number of numeric sales amounts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use .reduce( ) to calculate the total sum of the sales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761E2-4EF9-0113-E1F0-7D88DE114476}"/>
              </a:ext>
            </a:extLst>
          </p:cNvPr>
          <p:cNvSpPr txBox="1"/>
          <p:nvPr/>
        </p:nvSpPr>
        <p:spPr>
          <a:xfrm>
            <a:off x="356616" y="2123765"/>
            <a:ext cx="10737342" cy="212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calculateTotalSales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(date: string, </a:t>
            </a:r>
            <a:r>
              <a:rPr lang="en-CA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...sales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number[]): void {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total = </a:t>
            </a: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sales.reduce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((sum, sale)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+ sale,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`Total sales on 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$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CA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CA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calculateTotalSales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"2025-04-19"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120.5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89.99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245.0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CA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60.75</a:t>
            </a:r>
            <a:r>
              <a:rPr lang="en-CA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4759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92B7-2FC4-4029-C337-1EBBBEEA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30EC3F-EB88-0CEF-8F7F-49E29207F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35B3AA-3753-813D-9317-FFF678C99F18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24EB1-5058-6492-8A5D-E075BBEED8CA}"/>
              </a:ext>
            </a:extLst>
          </p:cNvPr>
          <p:cNvSpPr/>
          <p:nvPr/>
        </p:nvSpPr>
        <p:spPr>
          <a:xfrm>
            <a:off x="-1" y="1221723"/>
            <a:ext cx="440740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‘Rest’ Function Parameters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FD7378-D205-B5DA-B75D-EBBCD5504ECF}"/>
              </a:ext>
            </a:extLst>
          </p:cNvPr>
          <p:cNvSpPr txBox="1"/>
          <p:nvPr/>
        </p:nvSpPr>
        <p:spPr>
          <a:xfrm>
            <a:off x="169545" y="1672744"/>
            <a:ext cx="11946256" cy="511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reduce() method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an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array function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that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"reduces" all elements in an array to a single value by applying a function to each element, one by one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sum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It’s 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accumulator function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that starts with the initial value (0 in this case) and holds the running total as we go through the array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sale: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current element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of the array being processed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904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C4DC-4EC3-4F84-0D06-FE85D0F5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2E052F-0EA0-078E-2937-82588DF60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F5B006-06D4-07D2-6939-48C45153E4F9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FD6E95-0DB5-2707-0355-D868ECBFDAA1}"/>
              </a:ext>
            </a:extLst>
          </p:cNvPr>
          <p:cNvSpPr/>
          <p:nvPr/>
        </p:nvSpPr>
        <p:spPr>
          <a:xfrm>
            <a:off x="-1" y="1221723"/>
            <a:ext cx="340156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Overloading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1AEEB6-60C5-F3F8-FDB3-DDCC365D2E88}"/>
              </a:ext>
            </a:extLst>
          </p:cNvPr>
          <p:cNvSpPr txBox="1"/>
          <p:nvPr/>
        </p:nvSpPr>
        <p:spPr>
          <a:xfrm>
            <a:off x="169545" y="1672744"/>
            <a:ext cx="1194625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overloading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TypeScript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allows a single function to have multiple signatures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enabling it to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handle different types or numbers of parameters while maintaining type safety during compile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 can define multiple ways to call a function (called overload signatures)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But you provide only one implementation that handles all cases, usually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using type guards like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typeof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Syntax: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// Overload signatures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(param1: Type1):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(param1: Type2):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>
              <a:lnSpc>
                <a:spcPts val="1800"/>
              </a:lnSpc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 Actual implementation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(param1: any): any {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 logic using type guards</a:t>
            </a:r>
          </a:p>
          <a:p>
            <a:pPr lvl="1">
              <a:lnSpc>
                <a:spcPts val="1800"/>
              </a:lnSpc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9529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85EB-01A3-72A2-83CE-98085501F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F218A5-ECF9-9D25-3207-DE069095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F3879E-40F7-AC19-9D2A-98A1BAF43455}"/>
              </a:ext>
            </a:extLst>
          </p:cNvPr>
          <p:cNvSpPr txBox="1"/>
          <p:nvPr/>
        </p:nvSpPr>
        <p:spPr>
          <a:xfrm>
            <a:off x="356616" y="244655"/>
            <a:ext cx="398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Arial" panose="020B0604020202020204" pitchFamily="34" charset="0"/>
              </a:rPr>
              <a:t>Intro to TypeScript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45012-3405-9C64-B07F-65C6BC4211EB}"/>
              </a:ext>
            </a:extLst>
          </p:cNvPr>
          <p:cNvSpPr/>
          <p:nvPr/>
        </p:nvSpPr>
        <p:spPr>
          <a:xfrm>
            <a:off x="-1" y="1221723"/>
            <a:ext cx="340156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Function Overloading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17159F-E61E-5584-6997-DEE3A5643AA4}"/>
              </a:ext>
            </a:extLst>
          </p:cNvPr>
          <p:cNvSpPr txBox="1"/>
          <p:nvPr/>
        </p:nvSpPr>
        <p:spPr>
          <a:xfrm>
            <a:off x="169545" y="1672744"/>
            <a:ext cx="11946256" cy="142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Let’s create a function that formats a value depending on its type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it’s a number, return a string with currency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If it’s a Date, return a formatted date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55415-F365-21FB-BB8E-0B4B3430FC57}"/>
              </a:ext>
            </a:extLst>
          </p:cNvPr>
          <p:cNvSpPr txBox="1"/>
          <p:nvPr/>
        </p:nvSpPr>
        <p:spPr>
          <a:xfrm>
            <a:off x="356616" y="3287691"/>
            <a:ext cx="10101834" cy="3325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(value: number): string;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(value: Date): string;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(value: any): string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===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`$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value.toFixed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(value </a:t>
            </a:r>
            <a:r>
              <a:rPr lang="en-CA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Date) {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value.toDateString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Error(</a:t>
            </a:r>
            <a:r>
              <a:rPr lang="en-CA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"Invalid argument type."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pPr>
              <a:lnSpc>
                <a:spcPts val="1800"/>
              </a:lnSpc>
              <a:buNone/>
            </a:pP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CA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formatValue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CA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Date())); </a:t>
            </a:r>
          </a:p>
        </p:txBody>
      </p:sp>
    </p:spTree>
    <p:extLst>
      <p:ext uri="{BB962C8B-B14F-4D97-AF65-F5344CB8AC3E}">
        <p14:creationId xmlns:p14="http://schemas.microsoft.com/office/powerpoint/2010/main" val="97161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53014</TotalTime>
  <Words>1480</Words>
  <Application>Microsoft Office PowerPoint</Application>
  <PresentationFormat>Widescreen</PresentationFormat>
  <Paragraphs>181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Bookman Old Style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 Mathew</cp:lastModifiedBy>
  <cp:revision>756</cp:revision>
  <dcterms:created xsi:type="dcterms:W3CDTF">2025-02-20T19:22:06Z</dcterms:created>
  <dcterms:modified xsi:type="dcterms:W3CDTF">2025-05-22T16:09:02Z</dcterms:modified>
</cp:coreProperties>
</file>